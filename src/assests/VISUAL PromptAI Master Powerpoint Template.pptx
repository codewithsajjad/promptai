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4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79" r:id="rId2"/>
    <p:sldMasterId id="2147483693" r:id="rId3"/>
    <p:sldMasterId id="2147483686" r:id="rId4"/>
    <p:sldMasterId id="2147483660" r:id="rId5"/>
  </p:sldMasterIdLst>
  <p:sldIdLst>
    <p:sldId id="279" r:id="rId6"/>
    <p:sldId id="280" r:id="rId7"/>
    <p:sldId id="256" r:id="rId8"/>
    <p:sldId id="257" r:id="rId9"/>
    <p:sldId id="258" r:id="rId10"/>
    <p:sldId id="259" r:id="rId11"/>
    <p:sldId id="260" r:id="rId12"/>
    <p:sldId id="261" r:id="rId13"/>
    <p:sldId id="263" r:id="rId14"/>
    <p:sldId id="262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81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F4FA"/>
    <a:srgbClr val="CBEDF7"/>
    <a:srgbClr val="262424"/>
    <a:srgbClr val="FF4D00"/>
    <a:srgbClr val="7D7C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83" d="100"/>
          <a:sy n="83" d="100"/>
        </p:scale>
        <p:origin x="477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10" cy="7201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34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tableStyles" Target="tableStyles.xml"/><Relationship Id="rId8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7AB37-46CB-7735-F818-13740E5BC7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8" y="1229428"/>
            <a:ext cx="3655102" cy="1041582"/>
          </a:xfrm>
          <a:prstGeom prst="rect">
            <a:avLst/>
          </a:prstGeom>
        </p:spPr>
        <p:txBody>
          <a:bodyPr lIns="0" tIns="0" rIns="0" bIns="0" anchor="t" anchorCtr="0"/>
          <a:lstStyle>
            <a:lvl1pPr algn="l">
              <a:defRPr sz="7000" b="0" i="0">
                <a:solidFill>
                  <a:srgbClr val="FF4D00"/>
                </a:solidFill>
                <a:latin typeface="+mj-lt"/>
              </a:defRPr>
            </a:lvl1pPr>
          </a:lstStyle>
          <a:p>
            <a:r>
              <a:rPr lang="en-GB" dirty="0"/>
              <a:t>Agenda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04CFB7-E7D1-0CE5-E5E7-A38355AA3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8113" y="6403934"/>
            <a:ext cx="311806" cy="365120"/>
          </a:xfrm>
        </p:spPr>
        <p:txBody>
          <a:bodyPr/>
          <a:lstStyle/>
          <a:p>
            <a:fld id="{BD3A8CDB-6ED7-3248-93F3-36B845814950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1F3EF71-68D4-7644-C975-3813E82D6612}"/>
              </a:ext>
            </a:extLst>
          </p:cNvPr>
          <p:cNvSpPr/>
          <p:nvPr userDrawn="1"/>
        </p:nvSpPr>
        <p:spPr>
          <a:xfrm>
            <a:off x="5063218" y="1506931"/>
            <a:ext cx="432000" cy="432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3A8CEEB-8903-8E2C-DBFA-E3079504DA8A}"/>
              </a:ext>
            </a:extLst>
          </p:cNvPr>
          <p:cNvSpPr/>
          <p:nvPr userDrawn="1"/>
        </p:nvSpPr>
        <p:spPr>
          <a:xfrm>
            <a:off x="5063218" y="2076893"/>
            <a:ext cx="432000" cy="432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DDB586C-2129-2A0E-1F8B-D2BCC6B6F443}"/>
              </a:ext>
            </a:extLst>
          </p:cNvPr>
          <p:cNvSpPr/>
          <p:nvPr userDrawn="1"/>
        </p:nvSpPr>
        <p:spPr>
          <a:xfrm>
            <a:off x="5063218" y="2642754"/>
            <a:ext cx="432000" cy="432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14164AA-A574-5E2F-FDCD-5263EE51296B}"/>
              </a:ext>
            </a:extLst>
          </p:cNvPr>
          <p:cNvSpPr/>
          <p:nvPr userDrawn="1"/>
        </p:nvSpPr>
        <p:spPr>
          <a:xfrm>
            <a:off x="5063218" y="3212098"/>
            <a:ext cx="432000" cy="432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81C79F3-FA42-FE45-F967-E87E53F9FDB2}"/>
              </a:ext>
            </a:extLst>
          </p:cNvPr>
          <p:cNvSpPr/>
          <p:nvPr userDrawn="1"/>
        </p:nvSpPr>
        <p:spPr>
          <a:xfrm>
            <a:off x="5063218" y="3781442"/>
            <a:ext cx="432000" cy="432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F71F6B0-55FE-4852-21F5-64B9251A254E}"/>
              </a:ext>
            </a:extLst>
          </p:cNvPr>
          <p:cNvSpPr/>
          <p:nvPr userDrawn="1"/>
        </p:nvSpPr>
        <p:spPr>
          <a:xfrm>
            <a:off x="5063218" y="4350786"/>
            <a:ext cx="432000" cy="432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91614EC-F375-FF93-4544-423CAC99F913}"/>
              </a:ext>
            </a:extLst>
          </p:cNvPr>
          <p:cNvSpPr/>
          <p:nvPr userDrawn="1"/>
        </p:nvSpPr>
        <p:spPr>
          <a:xfrm>
            <a:off x="5063218" y="4920129"/>
            <a:ext cx="432000" cy="432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4DEA97A-F819-FBEA-1972-D53F70B624D9}"/>
              </a:ext>
            </a:extLst>
          </p:cNvPr>
          <p:cNvSpPr/>
          <p:nvPr userDrawn="1"/>
        </p:nvSpPr>
        <p:spPr>
          <a:xfrm>
            <a:off x="5063218" y="5489473"/>
            <a:ext cx="432000" cy="432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C7B6C08-EF75-9682-4606-354F3473FD2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174268707"/>
              </p:ext>
            </p:extLst>
          </p:nvPr>
        </p:nvGraphicFramePr>
        <p:xfrm>
          <a:off x="5015499" y="1429695"/>
          <a:ext cx="5492820" cy="457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2860">
                  <a:extLst>
                    <a:ext uri="{9D8B030D-6E8A-4147-A177-3AD203B41FA5}">
                      <a16:colId xmlns:a16="http://schemas.microsoft.com/office/drawing/2014/main" val="3072158645"/>
                    </a:ext>
                  </a:extLst>
                </a:gridCol>
                <a:gridCol w="4649960">
                  <a:extLst>
                    <a:ext uri="{9D8B030D-6E8A-4147-A177-3AD203B41FA5}">
                      <a16:colId xmlns:a16="http://schemas.microsoft.com/office/drawing/2014/main" val="1476341557"/>
                    </a:ext>
                  </a:extLst>
                </a:gridCol>
              </a:tblGrid>
              <a:tr h="572400">
                <a:tc>
                  <a:txBody>
                    <a:bodyPr/>
                    <a:lstStyle/>
                    <a:p>
                      <a:r>
                        <a:rPr lang="en-US" sz="2400" b="0" i="0" dirty="0">
                          <a:solidFill>
                            <a:srgbClr val="FF4D00"/>
                          </a:solidFill>
                          <a:latin typeface="Safiro" pitchFamily="2" charset="77"/>
                        </a:rPr>
                        <a:t>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262424"/>
                          </a:solidFill>
                          <a:latin typeface="+mn-lt"/>
                        </a:rPr>
                        <a:t>Title goes here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5680417"/>
                  </a:ext>
                </a:extLst>
              </a:tr>
              <a:tr h="572400">
                <a:tc>
                  <a:txBody>
                    <a:bodyPr/>
                    <a:lstStyle/>
                    <a:p>
                      <a:r>
                        <a:rPr lang="en-US" sz="2400" b="0" i="0" dirty="0">
                          <a:solidFill>
                            <a:srgbClr val="FF4D00"/>
                          </a:solidFill>
                          <a:latin typeface="Safiro" pitchFamily="2" charset="77"/>
                        </a:rPr>
                        <a:t>02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rgbClr val="262424"/>
                          </a:solidFill>
                          <a:latin typeface="+mn-lt"/>
                        </a:rPr>
                        <a:t>Title goes here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0698007"/>
                  </a:ext>
                </a:extLst>
              </a:tr>
              <a:tr h="572400">
                <a:tc>
                  <a:txBody>
                    <a:bodyPr/>
                    <a:lstStyle/>
                    <a:p>
                      <a:r>
                        <a:rPr lang="en-US" sz="2400" b="0" i="0" dirty="0">
                          <a:solidFill>
                            <a:srgbClr val="FF4D00"/>
                          </a:solidFill>
                          <a:latin typeface="Safiro" pitchFamily="2" charset="77"/>
                        </a:rPr>
                        <a:t>03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rgbClr val="262424"/>
                          </a:solidFill>
                          <a:latin typeface="+mn-lt"/>
                        </a:rPr>
                        <a:t>Title goes here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6588516"/>
                  </a:ext>
                </a:extLst>
              </a:tr>
              <a:tr h="572400">
                <a:tc>
                  <a:txBody>
                    <a:bodyPr/>
                    <a:lstStyle/>
                    <a:p>
                      <a:r>
                        <a:rPr lang="en-US" sz="2400" b="0" i="0" dirty="0">
                          <a:solidFill>
                            <a:srgbClr val="FF4D00"/>
                          </a:solidFill>
                          <a:latin typeface="Safiro" pitchFamily="2" charset="77"/>
                        </a:rPr>
                        <a:t>04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rgbClr val="262424"/>
                          </a:solidFill>
                          <a:latin typeface="+mn-lt"/>
                        </a:rPr>
                        <a:t>Title goes here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835159"/>
                  </a:ext>
                </a:extLst>
              </a:tr>
              <a:tr h="572400">
                <a:tc>
                  <a:txBody>
                    <a:bodyPr/>
                    <a:lstStyle/>
                    <a:p>
                      <a:r>
                        <a:rPr lang="en-US" sz="2400" b="0" i="0" dirty="0">
                          <a:solidFill>
                            <a:srgbClr val="FF4D00"/>
                          </a:solidFill>
                          <a:latin typeface="Safiro" pitchFamily="2" charset="77"/>
                        </a:rPr>
                        <a:t>05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rgbClr val="262424"/>
                          </a:solidFill>
                          <a:latin typeface="+mn-lt"/>
                        </a:rPr>
                        <a:t>Title goes here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7417723"/>
                  </a:ext>
                </a:extLst>
              </a:tr>
              <a:tr h="572400">
                <a:tc>
                  <a:txBody>
                    <a:bodyPr/>
                    <a:lstStyle/>
                    <a:p>
                      <a:r>
                        <a:rPr lang="en-US" sz="2400" b="0" i="0" dirty="0">
                          <a:solidFill>
                            <a:srgbClr val="FF4D00"/>
                          </a:solidFill>
                          <a:latin typeface="Safiro" pitchFamily="2" charset="77"/>
                        </a:rPr>
                        <a:t>06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rgbClr val="262424"/>
                          </a:solidFill>
                          <a:latin typeface="+mn-lt"/>
                        </a:rPr>
                        <a:t>Title goes here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774071"/>
                  </a:ext>
                </a:extLst>
              </a:tr>
              <a:tr h="572400">
                <a:tc>
                  <a:txBody>
                    <a:bodyPr/>
                    <a:lstStyle/>
                    <a:p>
                      <a:r>
                        <a:rPr lang="en-US" sz="2400" b="0" i="0" dirty="0">
                          <a:solidFill>
                            <a:srgbClr val="FF4D00"/>
                          </a:solidFill>
                          <a:latin typeface="Safiro" pitchFamily="2" charset="77"/>
                        </a:rPr>
                        <a:t>07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rgbClr val="262424"/>
                          </a:solidFill>
                          <a:latin typeface="+mn-lt"/>
                        </a:rPr>
                        <a:t>Title goes here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6907417"/>
                  </a:ext>
                </a:extLst>
              </a:tr>
              <a:tr h="572400">
                <a:tc>
                  <a:txBody>
                    <a:bodyPr/>
                    <a:lstStyle/>
                    <a:p>
                      <a:r>
                        <a:rPr lang="en-US" sz="2400" b="0" i="0" dirty="0">
                          <a:solidFill>
                            <a:srgbClr val="FF4D00"/>
                          </a:solidFill>
                          <a:latin typeface="Safiro" pitchFamily="2" charset="77"/>
                        </a:rPr>
                        <a:t>08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rgbClr val="262424"/>
                          </a:solidFill>
                          <a:latin typeface="+mn-lt"/>
                        </a:rPr>
                        <a:t>Title goes here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5736089"/>
                  </a:ext>
                </a:extLst>
              </a:tr>
            </a:tbl>
          </a:graphicData>
        </a:graphic>
      </p:graphicFrame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3ABBEF4C-A0CC-7F5E-CFBF-7B9466135F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73595" y="6403934"/>
            <a:ext cx="441681" cy="365125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/>
            </a:lvl1pPr>
          </a:lstStyle>
          <a:p>
            <a:pPr algn="r"/>
            <a:fld id="{EA84C60B-F168-724B-9D3E-48701E2302BB}" type="datetimeFigureOut">
              <a:rPr lang="en-US" smtClean="0"/>
              <a:pPr algn="r"/>
              <a:t>3/6/2026</a:t>
            </a:fld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EE72FF7-D5A2-F67F-D9A3-50D7435E6B84}"/>
              </a:ext>
            </a:extLst>
          </p:cNvPr>
          <p:cNvSpPr txBox="1"/>
          <p:nvPr userDrawn="1"/>
        </p:nvSpPr>
        <p:spPr>
          <a:xfrm>
            <a:off x="11482590" y="6525778"/>
            <a:ext cx="8552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800" b="0" i="0" dirty="0">
                <a:latin typeface="Safiro" pitchFamily="2" charset="77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30379921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39671981-6717-F825-B9D7-1E9E12DBB918}"/>
              </a:ext>
            </a:extLst>
          </p:cNvPr>
          <p:cNvSpPr/>
          <p:nvPr userDrawn="1"/>
        </p:nvSpPr>
        <p:spPr>
          <a:xfrm>
            <a:off x="416026" y="1132040"/>
            <a:ext cx="1125084" cy="112508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04CFB7-E7D1-0CE5-E5E7-A38355AA3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8113" y="6403934"/>
            <a:ext cx="311806" cy="365120"/>
          </a:xfrm>
        </p:spPr>
        <p:txBody>
          <a:bodyPr/>
          <a:lstStyle/>
          <a:p>
            <a:fld id="{BD3A8CDB-6ED7-3248-93F3-36B845814950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3ABBEF4C-A0CC-7F5E-CFBF-7B9466135F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73595" y="6403934"/>
            <a:ext cx="441681" cy="365125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/>
            </a:lvl1pPr>
          </a:lstStyle>
          <a:p>
            <a:pPr algn="r"/>
            <a:fld id="{EA84C60B-F168-724B-9D3E-48701E2302BB}" type="datetimeFigureOut">
              <a:rPr lang="en-US" smtClean="0"/>
              <a:pPr algn="r"/>
              <a:t>3/6/2026</a:t>
            </a:fld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EE72FF7-D5A2-F67F-D9A3-50D7435E6B84}"/>
              </a:ext>
            </a:extLst>
          </p:cNvPr>
          <p:cNvSpPr txBox="1"/>
          <p:nvPr userDrawn="1"/>
        </p:nvSpPr>
        <p:spPr>
          <a:xfrm>
            <a:off x="11482590" y="6525778"/>
            <a:ext cx="8552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800" b="0" i="0" dirty="0">
                <a:latin typeface="Safiro" pitchFamily="2" charset="77"/>
              </a:rPr>
              <a:t>&gt;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4CE9CBB-5027-F03A-CC67-78DB6F7E2BA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54847" y="1577337"/>
            <a:ext cx="6549073" cy="3888727"/>
          </a:xfrm>
        </p:spPr>
        <p:txBody>
          <a:bodyPr>
            <a:noAutofit/>
          </a:bodyPr>
          <a:lstStyle>
            <a:lvl1pPr marL="0" indent="0">
              <a:buNone/>
              <a:defRPr sz="1000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tx2"/>
                </a:solidFill>
                <a:latin typeface="+mj-lt"/>
              </a:defRPr>
            </a:lvl2pPr>
            <a:lvl3pPr marL="914400" indent="0">
              <a:buNone/>
              <a:defRPr>
                <a:solidFill>
                  <a:schemeClr val="tx2"/>
                </a:solidFill>
                <a:latin typeface="+mj-lt"/>
              </a:defRPr>
            </a:lvl3pPr>
            <a:lvl4pPr marL="1371600" indent="0">
              <a:buNone/>
              <a:defRPr>
                <a:solidFill>
                  <a:schemeClr val="tx2"/>
                </a:solidFill>
                <a:latin typeface="+mj-lt"/>
              </a:defRPr>
            </a:lvl4pPr>
            <a:lvl5pPr marL="1828800" indent="0">
              <a:buNone/>
              <a:defRPr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Big Titles Go Here</a:t>
            </a:r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F2E219B9-4671-E689-6E41-72C9AF03B8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7695" y="1354463"/>
            <a:ext cx="977265" cy="758806"/>
          </a:xfrm>
        </p:spPr>
        <p:txBody>
          <a:bodyPr>
            <a:noAutofit/>
          </a:bodyPr>
          <a:lstStyle>
            <a:lvl1pPr marL="0" indent="0">
              <a:buNone/>
              <a:defRPr sz="5000">
                <a:solidFill>
                  <a:schemeClr val="tx2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1200"/>
            </a:lvl2pPr>
            <a:lvl3pPr marL="1085850" indent="-171450">
              <a:buFont typeface="Arial" panose="020B0604020202020204" pitchFamily="34" charset="0"/>
              <a:buChar char="•"/>
              <a:defRPr sz="12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GB" dirty="0"/>
              <a:t>01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929BB31-4126-B091-69B4-6F6ED1F69023}"/>
              </a:ext>
            </a:extLst>
          </p:cNvPr>
          <p:cNvCxnSpPr>
            <a:cxnSpLocks/>
          </p:cNvCxnSpPr>
          <p:nvPr userDrawn="1"/>
        </p:nvCxnSpPr>
        <p:spPr>
          <a:xfrm>
            <a:off x="317696" y="457200"/>
            <a:ext cx="11556609" cy="0"/>
          </a:xfrm>
          <a:prstGeom prst="line">
            <a:avLst/>
          </a:prstGeom>
          <a:ln w="3175">
            <a:solidFill>
              <a:srgbClr val="7D7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BA9EE27-1968-B5C2-1036-20D07D261199}"/>
              </a:ext>
            </a:extLst>
          </p:cNvPr>
          <p:cNvCxnSpPr>
            <a:cxnSpLocks/>
          </p:cNvCxnSpPr>
          <p:nvPr userDrawn="1"/>
        </p:nvCxnSpPr>
        <p:spPr>
          <a:xfrm>
            <a:off x="317696" y="6405613"/>
            <a:ext cx="11556609" cy="0"/>
          </a:xfrm>
          <a:prstGeom prst="line">
            <a:avLst/>
          </a:prstGeom>
          <a:ln w="3175">
            <a:solidFill>
              <a:srgbClr val="7D7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FE52C43C-559A-B7B7-ED8F-7F37EF59C2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125506" y="4324096"/>
            <a:ext cx="1979373" cy="1676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3989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A pink circle with black border&#10;&#10;Description automatically generated">
            <a:extLst>
              <a:ext uri="{FF2B5EF4-FFF2-40B4-BE49-F238E27FC236}">
                <a16:creationId xmlns:a16="http://schemas.microsoft.com/office/drawing/2014/main" id="{33335B92-46B7-D557-472F-037766ADEE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800000">
            <a:off x="4889888" y="-665001"/>
            <a:ext cx="3845879" cy="7698893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04CFB7-E7D1-0CE5-E5E7-A38355AA3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8113" y="6403934"/>
            <a:ext cx="311806" cy="365120"/>
          </a:xfrm>
        </p:spPr>
        <p:txBody>
          <a:bodyPr/>
          <a:lstStyle/>
          <a:p>
            <a:fld id="{BD3A8CDB-6ED7-3248-93F3-36B845814950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3ABBEF4C-A0CC-7F5E-CFBF-7B9466135F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73595" y="6403934"/>
            <a:ext cx="441681" cy="365125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/>
            </a:lvl1pPr>
          </a:lstStyle>
          <a:p>
            <a:pPr algn="r"/>
            <a:fld id="{EA84C60B-F168-724B-9D3E-48701E2302BB}" type="datetimeFigureOut">
              <a:rPr lang="en-US" smtClean="0"/>
              <a:pPr algn="r"/>
              <a:t>3/6/2026</a:t>
            </a:fld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EE72FF7-D5A2-F67F-D9A3-50D7435E6B84}"/>
              </a:ext>
            </a:extLst>
          </p:cNvPr>
          <p:cNvSpPr txBox="1"/>
          <p:nvPr userDrawn="1"/>
        </p:nvSpPr>
        <p:spPr>
          <a:xfrm>
            <a:off x="11482590" y="6525778"/>
            <a:ext cx="8552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800" b="0" i="0" dirty="0">
                <a:latin typeface="Safiro" pitchFamily="2" charset="77"/>
              </a:rPr>
              <a:t>&gt;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4CE9CBB-5027-F03A-CC67-78DB6F7E2BA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7375" y="1493520"/>
            <a:ext cx="4573905" cy="1087755"/>
          </a:xfrm>
        </p:spPr>
        <p:txBody>
          <a:bodyPr>
            <a:noAutofit/>
          </a:bodyPr>
          <a:lstStyle>
            <a:lvl1pPr marL="0" indent="0">
              <a:buNone/>
              <a:defRPr sz="360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tx2"/>
                </a:solidFill>
                <a:latin typeface="+mj-lt"/>
              </a:defRPr>
            </a:lvl2pPr>
            <a:lvl3pPr marL="914400" indent="0">
              <a:buNone/>
              <a:defRPr>
                <a:solidFill>
                  <a:schemeClr val="tx2"/>
                </a:solidFill>
                <a:latin typeface="+mj-lt"/>
              </a:defRPr>
            </a:lvl3pPr>
            <a:lvl4pPr marL="1371600" indent="0">
              <a:buNone/>
              <a:defRPr>
                <a:solidFill>
                  <a:schemeClr val="tx2"/>
                </a:solidFill>
                <a:latin typeface="+mj-lt"/>
              </a:defRPr>
            </a:lvl4pPr>
            <a:lvl5pPr marL="1828800" indent="0">
              <a:buNone/>
              <a:defRPr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Click to edit text here looking cool</a:t>
            </a:r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F2E219B9-4671-E689-6E41-72C9AF03B85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5" y="2835275"/>
            <a:ext cx="3760788" cy="233680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628650" indent="-171450">
              <a:buFont typeface="Arial" panose="020B0604020202020204" pitchFamily="34" charset="0"/>
              <a:buChar char="•"/>
              <a:defRPr sz="1200"/>
            </a:lvl2pPr>
            <a:lvl3pPr marL="1085850" indent="-171450">
              <a:buFont typeface="Arial" panose="020B0604020202020204" pitchFamily="34" charset="0"/>
              <a:buChar char="•"/>
              <a:defRPr sz="12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929BB31-4126-B091-69B4-6F6ED1F69023}"/>
              </a:ext>
            </a:extLst>
          </p:cNvPr>
          <p:cNvCxnSpPr>
            <a:cxnSpLocks/>
          </p:cNvCxnSpPr>
          <p:nvPr userDrawn="1"/>
        </p:nvCxnSpPr>
        <p:spPr>
          <a:xfrm>
            <a:off x="317696" y="457200"/>
            <a:ext cx="11556609" cy="0"/>
          </a:xfrm>
          <a:prstGeom prst="line">
            <a:avLst/>
          </a:prstGeom>
          <a:ln w="3175">
            <a:solidFill>
              <a:srgbClr val="7D7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14979FF3-7BAD-352E-8E0F-86A35DF5C31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575294" y="1371966"/>
            <a:ext cx="6016625" cy="4125912"/>
          </a:xfrm>
        </p:spPr>
        <p:txBody>
          <a:bodyPr/>
          <a:lstStyle/>
          <a:p>
            <a:endParaRPr lang="en-US"/>
          </a:p>
        </p:txBody>
      </p:sp>
      <p:pic>
        <p:nvPicPr>
          <p:cNvPr id="26" name="Picture 25" descr="A pink circle with black border&#10;&#10;Description automatically generated">
            <a:extLst>
              <a:ext uri="{FF2B5EF4-FFF2-40B4-BE49-F238E27FC236}">
                <a16:creationId xmlns:a16="http://schemas.microsoft.com/office/drawing/2014/main" id="{35DB536D-B6FF-A23E-C35D-A2593E9EEDD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70000"/>
          </a:blip>
          <a:stretch>
            <a:fillRect/>
          </a:stretch>
        </p:blipFill>
        <p:spPr>
          <a:xfrm rot="12600000">
            <a:off x="8855895" y="154228"/>
            <a:ext cx="3845879" cy="7698893"/>
          </a:xfrm>
          <a:prstGeom prst="rect">
            <a:avLst/>
          </a:prstGeom>
        </p:spPr>
      </p:pic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BA9EE27-1968-B5C2-1036-20D07D261199}"/>
              </a:ext>
            </a:extLst>
          </p:cNvPr>
          <p:cNvCxnSpPr>
            <a:cxnSpLocks/>
          </p:cNvCxnSpPr>
          <p:nvPr userDrawn="1"/>
        </p:nvCxnSpPr>
        <p:spPr>
          <a:xfrm>
            <a:off x="317696" y="6405613"/>
            <a:ext cx="11556609" cy="0"/>
          </a:xfrm>
          <a:prstGeom prst="line">
            <a:avLst/>
          </a:prstGeom>
          <a:ln w="3175">
            <a:solidFill>
              <a:srgbClr val="7D7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629B5960-00F7-A37D-F58E-94AD9953B49E}"/>
              </a:ext>
            </a:extLst>
          </p:cNvPr>
          <p:cNvSpPr txBox="1"/>
          <p:nvPr userDrawn="1"/>
        </p:nvSpPr>
        <p:spPr>
          <a:xfrm>
            <a:off x="9298004" y="200252"/>
            <a:ext cx="2576301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800" b="0" i="0" dirty="0">
                <a:latin typeface="Safiro" pitchFamily="2" charset="77"/>
              </a:rPr>
              <a:t>PROPOSAL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FE767F78-F229-285C-D7FD-5FBBB6E58A0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674679" y="3754120"/>
            <a:ext cx="215900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7789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04CFB7-E7D1-0CE5-E5E7-A38355AA3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8113" y="6403934"/>
            <a:ext cx="311806" cy="365120"/>
          </a:xfrm>
        </p:spPr>
        <p:txBody>
          <a:bodyPr/>
          <a:lstStyle/>
          <a:p>
            <a:fld id="{BD3A8CDB-6ED7-3248-93F3-36B845814950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3ABBEF4C-A0CC-7F5E-CFBF-7B9466135F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73595" y="6403934"/>
            <a:ext cx="441681" cy="365125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/>
            </a:lvl1pPr>
          </a:lstStyle>
          <a:p>
            <a:pPr algn="r"/>
            <a:fld id="{EA84C60B-F168-724B-9D3E-48701E2302BB}" type="datetimeFigureOut">
              <a:rPr lang="en-US" smtClean="0"/>
              <a:pPr algn="r"/>
              <a:t>3/6/2026</a:t>
            </a:fld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EE72FF7-D5A2-F67F-D9A3-50D7435E6B84}"/>
              </a:ext>
            </a:extLst>
          </p:cNvPr>
          <p:cNvSpPr txBox="1"/>
          <p:nvPr userDrawn="1"/>
        </p:nvSpPr>
        <p:spPr>
          <a:xfrm>
            <a:off x="11482590" y="6525778"/>
            <a:ext cx="8552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800" b="0" i="0" dirty="0">
                <a:latin typeface="Safiro" pitchFamily="2" charset="77"/>
              </a:rPr>
              <a:t>&gt;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4CE9CBB-5027-F03A-CC67-78DB6F7E2BA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88926" y="1493520"/>
            <a:ext cx="4573905" cy="1087755"/>
          </a:xfrm>
        </p:spPr>
        <p:txBody>
          <a:bodyPr>
            <a:noAutofit/>
          </a:bodyPr>
          <a:lstStyle>
            <a:lvl1pPr marL="0" indent="0">
              <a:buNone/>
              <a:defRPr sz="360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tx2"/>
                </a:solidFill>
                <a:latin typeface="+mj-lt"/>
              </a:defRPr>
            </a:lvl2pPr>
            <a:lvl3pPr marL="914400" indent="0">
              <a:buNone/>
              <a:defRPr>
                <a:solidFill>
                  <a:schemeClr val="tx2"/>
                </a:solidFill>
                <a:latin typeface="+mj-lt"/>
              </a:defRPr>
            </a:lvl3pPr>
            <a:lvl4pPr marL="1371600" indent="0">
              <a:buNone/>
              <a:defRPr>
                <a:solidFill>
                  <a:schemeClr val="tx2"/>
                </a:solidFill>
                <a:latin typeface="+mj-lt"/>
              </a:defRPr>
            </a:lvl4pPr>
            <a:lvl5pPr marL="1828800" indent="0">
              <a:buNone/>
              <a:defRPr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Click to edit text here looking cool</a:t>
            </a:r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F2E219B9-4671-E689-6E41-72C9AF03B85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88926" y="2835275"/>
            <a:ext cx="3760788" cy="233680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628650" indent="-171450">
              <a:buFont typeface="Arial" panose="020B0604020202020204" pitchFamily="34" charset="0"/>
              <a:buChar char="•"/>
              <a:defRPr sz="1200"/>
            </a:lvl2pPr>
            <a:lvl3pPr marL="1085850" indent="-171450">
              <a:buFont typeface="Arial" panose="020B0604020202020204" pitchFamily="34" charset="0"/>
              <a:buChar char="•"/>
              <a:defRPr sz="12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929BB31-4126-B091-69B4-6F6ED1F69023}"/>
              </a:ext>
            </a:extLst>
          </p:cNvPr>
          <p:cNvCxnSpPr>
            <a:cxnSpLocks/>
          </p:cNvCxnSpPr>
          <p:nvPr userDrawn="1"/>
        </p:nvCxnSpPr>
        <p:spPr>
          <a:xfrm>
            <a:off x="317696" y="457200"/>
            <a:ext cx="11556609" cy="0"/>
          </a:xfrm>
          <a:prstGeom prst="line">
            <a:avLst/>
          </a:prstGeom>
          <a:ln w="3175">
            <a:solidFill>
              <a:srgbClr val="7D7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14979FF3-7BAD-352E-8E0F-86A35DF5C31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2897" y="1268"/>
            <a:ext cx="5022400" cy="6856732"/>
          </a:xfr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pic>
        <p:nvPicPr>
          <p:cNvPr id="26" name="Picture 25" descr="A pink circle with black border&#10;&#10;Description automatically generated">
            <a:extLst>
              <a:ext uri="{FF2B5EF4-FFF2-40B4-BE49-F238E27FC236}">
                <a16:creationId xmlns:a16="http://schemas.microsoft.com/office/drawing/2014/main" id="{35DB536D-B6FF-A23E-C35D-A2593E9EEDD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70000"/>
          </a:blip>
          <a:srcRect t="52185" r="26355"/>
          <a:stretch/>
        </p:blipFill>
        <p:spPr>
          <a:xfrm rot="16200000">
            <a:off x="424459" y="-424462"/>
            <a:ext cx="2832307" cy="3681226"/>
          </a:xfrm>
          <a:prstGeom prst="rect">
            <a:avLst/>
          </a:prstGeom>
        </p:spPr>
      </p:pic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BA9EE27-1968-B5C2-1036-20D07D261199}"/>
              </a:ext>
            </a:extLst>
          </p:cNvPr>
          <p:cNvCxnSpPr>
            <a:cxnSpLocks/>
          </p:cNvCxnSpPr>
          <p:nvPr userDrawn="1"/>
        </p:nvCxnSpPr>
        <p:spPr>
          <a:xfrm>
            <a:off x="317696" y="6405613"/>
            <a:ext cx="11556609" cy="0"/>
          </a:xfrm>
          <a:prstGeom prst="line">
            <a:avLst/>
          </a:prstGeom>
          <a:ln w="3175">
            <a:solidFill>
              <a:srgbClr val="7D7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629B5960-00F7-A37D-F58E-94AD9953B49E}"/>
              </a:ext>
            </a:extLst>
          </p:cNvPr>
          <p:cNvSpPr txBox="1"/>
          <p:nvPr userDrawn="1"/>
        </p:nvSpPr>
        <p:spPr>
          <a:xfrm>
            <a:off x="9298004" y="200252"/>
            <a:ext cx="2576301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800" b="0" i="0" dirty="0">
                <a:latin typeface="Safiro" pitchFamily="2" charset="77"/>
              </a:rPr>
              <a:t>PROPOSAL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F7E6A67-478B-95BD-D92A-67DF9A7E0238}"/>
              </a:ext>
            </a:extLst>
          </p:cNvPr>
          <p:cNvCxnSpPr>
            <a:cxnSpLocks/>
          </p:cNvCxnSpPr>
          <p:nvPr userDrawn="1"/>
        </p:nvCxnSpPr>
        <p:spPr>
          <a:xfrm>
            <a:off x="317696" y="457200"/>
            <a:ext cx="11556609" cy="0"/>
          </a:xfrm>
          <a:prstGeom prst="line">
            <a:avLst/>
          </a:prstGeom>
          <a:ln w="3175">
            <a:solidFill>
              <a:srgbClr val="7D7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DDDCAE4-10AF-CA9A-CDF4-80FBC93C1F36}"/>
              </a:ext>
            </a:extLst>
          </p:cNvPr>
          <p:cNvCxnSpPr>
            <a:cxnSpLocks/>
          </p:cNvCxnSpPr>
          <p:nvPr userDrawn="1"/>
        </p:nvCxnSpPr>
        <p:spPr>
          <a:xfrm>
            <a:off x="317696" y="6405613"/>
            <a:ext cx="11556609" cy="0"/>
          </a:xfrm>
          <a:prstGeom prst="line">
            <a:avLst/>
          </a:prstGeom>
          <a:ln w="3175">
            <a:solidFill>
              <a:srgbClr val="7D7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A red and black logo&#10;&#10;Description automatically generated">
            <a:extLst>
              <a:ext uri="{FF2B5EF4-FFF2-40B4-BE49-F238E27FC236}">
                <a16:creationId xmlns:a16="http://schemas.microsoft.com/office/drawing/2014/main" id="{0D117A5F-264D-7598-45B3-B7D8A74E2D1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20872" y="169090"/>
            <a:ext cx="869754" cy="19596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A44FA50-802B-0CC4-D17D-ECFA4CDA1923}"/>
              </a:ext>
            </a:extLst>
          </p:cNvPr>
          <p:cNvSpPr txBox="1"/>
          <p:nvPr userDrawn="1"/>
        </p:nvSpPr>
        <p:spPr>
          <a:xfrm>
            <a:off x="312081" y="6525778"/>
            <a:ext cx="2576301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800" b="0" i="0" dirty="0">
                <a:latin typeface="Safiro" pitchFamily="2" charset="77"/>
              </a:rPr>
              <a:t>PROMPTAIGLOBAL.COM</a:t>
            </a:r>
          </a:p>
        </p:txBody>
      </p:sp>
    </p:spTree>
    <p:extLst>
      <p:ext uri="{BB962C8B-B14F-4D97-AF65-F5344CB8AC3E}">
        <p14:creationId xmlns:p14="http://schemas.microsoft.com/office/powerpoint/2010/main" val="32177914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04CFB7-E7D1-0CE5-E5E7-A38355AA3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8113" y="6403934"/>
            <a:ext cx="311806" cy="365120"/>
          </a:xfrm>
        </p:spPr>
        <p:txBody>
          <a:bodyPr/>
          <a:lstStyle/>
          <a:p>
            <a:fld id="{BD3A8CDB-6ED7-3248-93F3-36B845814950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3ABBEF4C-A0CC-7F5E-CFBF-7B9466135F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73595" y="6403934"/>
            <a:ext cx="441681" cy="365125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/>
            </a:lvl1pPr>
          </a:lstStyle>
          <a:p>
            <a:pPr algn="r"/>
            <a:fld id="{EA84C60B-F168-724B-9D3E-48701E2302BB}" type="datetimeFigureOut">
              <a:rPr lang="en-US" smtClean="0"/>
              <a:pPr algn="r"/>
              <a:t>3/6/2026</a:t>
            </a:fld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EE72FF7-D5A2-F67F-D9A3-50D7435E6B84}"/>
              </a:ext>
            </a:extLst>
          </p:cNvPr>
          <p:cNvSpPr txBox="1"/>
          <p:nvPr userDrawn="1"/>
        </p:nvSpPr>
        <p:spPr>
          <a:xfrm>
            <a:off x="11482590" y="6525778"/>
            <a:ext cx="8552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800" b="0" i="0" dirty="0">
                <a:latin typeface="Safiro" pitchFamily="2" charset="77"/>
              </a:rPr>
              <a:t>&gt;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4CE9CBB-5027-F03A-CC67-78DB6F7E2BA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7375" y="1142048"/>
            <a:ext cx="8302625" cy="525288"/>
          </a:xfrm>
        </p:spPr>
        <p:txBody>
          <a:bodyPr>
            <a:noAutofit/>
          </a:bodyPr>
          <a:lstStyle>
            <a:lvl1pPr marL="0" indent="0">
              <a:buNone/>
              <a:defRPr sz="360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tx2"/>
                </a:solidFill>
                <a:latin typeface="+mj-lt"/>
              </a:defRPr>
            </a:lvl2pPr>
            <a:lvl3pPr marL="914400" indent="0">
              <a:buNone/>
              <a:defRPr>
                <a:solidFill>
                  <a:schemeClr val="tx2"/>
                </a:solidFill>
                <a:latin typeface="+mj-lt"/>
              </a:defRPr>
            </a:lvl3pPr>
            <a:lvl4pPr marL="1371600" indent="0">
              <a:buNone/>
              <a:defRPr>
                <a:solidFill>
                  <a:schemeClr val="tx2"/>
                </a:solidFill>
                <a:latin typeface="+mj-lt"/>
              </a:defRPr>
            </a:lvl4pPr>
            <a:lvl5pPr marL="1828800" indent="0">
              <a:buNone/>
              <a:defRPr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Click to edit text here looking cool</a:t>
            </a:r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F2E219B9-4671-E689-6E41-72C9AF03B85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4" y="1819735"/>
            <a:ext cx="9846946" cy="525283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Font typeface="Arial" panose="020B0604020202020204" pitchFamily="34" charset="0"/>
              <a:buNone/>
              <a:defRPr sz="1200"/>
            </a:lvl2pPr>
            <a:lvl3pPr marL="1085850" indent="-171450">
              <a:buFont typeface="Arial" panose="020B0604020202020204" pitchFamily="34" charset="0"/>
              <a:buChar char="•"/>
              <a:defRPr sz="12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929BB31-4126-B091-69B4-6F6ED1F69023}"/>
              </a:ext>
            </a:extLst>
          </p:cNvPr>
          <p:cNvCxnSpPr>
            <a:cxnSpLocks/>
          </p:cNvCxnSpPr>
          <p:nvPr userDrawn="1"/>
        </p:nvCxnSpPr>
        <p:spPr>
          <a:xfrm>
            <a:off x="317696" y="457200"/>
            <a:ext cx="11556609" cy="0"/>
          </a:xfrm>
          <a:prstGeom prst="line">
            <a:avLst/>
          </a:prstGeom>
          <a:ln w="3175">
            <a:solidFill>
              <a:srgbClr val="7D7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BA9EE27-1968-B5C2-1036-20D07D261199}"/>
              </a:ext>
            </a:extLst>
          </p:cNvPr>
          <p:cNvCxnSpPr>
            <a:cxnSpLocks/>
          </p:cNvCxnSpPr>
          <p:nvPr userDrawn="1"/>
        </p:nvCxnSpPr>
        <p:spPr>
          <a:xfrm>
            <a:off x="317696" y="6405613"/>
            <a:ext cx="11556609" cy="0"/>
          </a:xfrm>
          <a:prstGeom prst="line">
            <a:avLst/>
          </a:prstGeom>
          <a:ln w="3175">
            <a:solidFill>
              <a:srgbClr val="7D7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81298FB7-4241-734D-95CF-8F1636C6FD54}"/>
              </a:ext>
            </a:extLst>
          </p:cNvPr>
          <p:cNvSpPr/>
          <p:nvPr userDrawn="1"/>
        </p:nvSpPr>
        <p:spPr>
          <a:xfrm>
            <a:off x="721359" y="2737271"/>
            <a:ext cx="2072625" cy="2072625"/>
          </a:xfrm>
          <a:prstGeom prst="ellipse">
            <a:avLst/>
          </a:prstGeom>
          <a:noFill/>
          <a:ln w="317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AAFC38C-A379-6DD9-893E-6E8F2DF4AD0A}"/>
              </a:ext>
            </a:extLst>
          </p:cNvPr>
          <p:cNvSpPr/>
          <p:nvPr userDrawn="1"/>
        </p:nvSpPr>
        <p:spPr>
          <a:xfrm>
            <a:off x="855547" y="2871459"/>
            <a:ext cx="1804248" cy="1804248"/>
          </a:xfrm>
          <a:prstGeom prst="ellipse">
            <a:avLst/>
          </a:prstGeom>
          <a:noFill/>
          <a:ln w="317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58D5AC1-205A-C074-9EC5-2A14ED2A595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55663" y="3484880"/>
            <a:ext cx="1803400" cy="736600"/>
          </a:xfrm>
        </p:spPr>
        <p:txBody>
          <a:bodyPr>
            <a:normAutofit/>
          </a:bodyPr>
          <a:lstStyle>
            <a:lvl1pPr marL="0" indent="0" algn="ctr">
              <a:buNone/>
              <a:defRPr sz="450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>
                <a:latin typeface="+mj-lt"/>
              </a:defRPr>
            </a:lvl2pPr>
            <a:lvl3pPr marL="914400" indent="0">
              <a:buNone/>
              <a:defRPr>
                <a:latin typeface="+mj-lt"/>
              </a:defRPr>
            </a:lvl3pPr>
            <a:lvl4pPr marL="1371600" indent="0">
              <a:buNone/>
              <a:defRPr>
                <a:latin typeface="+mj-lt"/>
              </a:defRPr>
            </a:lvl4pPr>
            <a:lvl5pPr marL="1828800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FEC317DA-C42B-17D9-0E1F-7E16B2F61443}"/>
              </a:ext>
            </a:extLst>
          </p:cNvPr>
          <p:cNvSpPr/>
          <p:nvPr userDrawn="1"/>
        </p:nvSpPr>
        <p:spPr>
          <a:xfrm>
            <a:off x="726383" y="5369616"/>
            <a:ext cx="2067601" cy="284480"/>
          </a:xfrm>
          <a:prstGeom prst="roundRect">
            <a:avLst>
              <a:gd name="adj" fmla="val 50000"/>
            </a:avLst>
          </a:prstGeom>
          <a:noFill/>
          <a:ln w="317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BC2BFA1-AEFE-A90C-8C0C-1AF7524A699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3763" y="5438653"/>
            <a:ext cx="1727200" cy="215444"/>
          </a:xfrm>
        </p:spPr>
        <p:txBody>
          <a:bodyPr>
            <a:normAutofit/>
          </a:bodyPr>
          <a:lstStyle>
            <a:lvl1pPr marL="0" indent="0" algn="ctr">
              <a:buNone/>
              <a:defRPr sz="110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200"/>
            </a:lvl3pPr>
          </a:lstStyle>
          <a:p>
            <a:pPr lvl="0"/>
            <a:r>
              <a:rPr lang="en-GB" dirty="0"/>
              <a:t>CALL TO ACTION</a:t>
            </a:r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0FE0275-A4FB-3733-D96F-FBB6C78868A4}"/>
              </a:ext>
            </a:extLst>
          </p:cNvPr>
          <p:cNvSpPr/>
          <p:nvPr userDrawn="1"/>
        </p:nvSpPr>
        <p:spPr>
          <a:xfrm>
            <a:off x="3327399" y="2737271"/>
            <a:ext cx="2072625" cy="2072625"/>
          </a:xfrm>
          <a:prstGeom prst="ellipse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B8B322B-411B-7743-CA0B-FD80B70181C7}"/>
              </a:ext>
            </a:extLst>
          </p:cNvPr>
          <p:cNvSpPr/>
          <p:nvPr userDrawn="1"/>
        </p:nvSpPr>
        <p:spPr>
          <a:xfrm>
            <a:off x="3461587" y="2871459"/>
            <a:ext cx="1804248" cy="1804248"/>
          </a:xfrm>
          <a:prstGeom prst="ellipse">
            <a:avLst/>
          </a:prstGeom>
          <a:noFill/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FD86AD94-26AD-A0B3-9F66-6241C0CAF3E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61703" y="3484880"/>
            <a:ext cx="1803400" cy="736600"/>
          </a:xfrm>
        </p:spPr>
        <p:txBody>
          <a:bodyPr>
            <a:normAutofit/>
          </a:bodyPr>
          <a:lstStyle>
            <a:lvl1pPr marL="0" indent="0" algn="ctr">
              <a:buNone/>
              <a:defRPr sz="45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>
                <a:latin typeface="+mj-lt"/>
              </a:defRPr>
            </a:lvl2pPr>
            <a:lvl3pPr marL="914400" indent="0">
              <a:buNone/>
              <a:defRPr>
                <a:latin typeface="+mj-lt"/>
              </a:defRPr>
            </a:lvl3pPr>
            <a:lvl4pPr marL="1371600" indent="0">
              <a:buNone/>
              <a:defRPr>
                <a:latin typeface="+mj-lt"/>
              </a:defRPr>
            </a:lvl4pPr>
            <a:lvl5pPr marL="1828800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8051E6B8-5D1A-CE65-DF52-3774C520120B}"/>
              </a:ext>
            </a:extLst>
          </p:cNvPr>
          <p:cNvSpPr/>
          <p:nvPr userDrawn="1"/>
        </p:nvSpPr>
        <p:spPr>
          <a:xfrm>
            <a:off x="3332423" y="5369616"/>
            <a:ext cx="2067601" cy="28448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5DAD1EA8-A397-A34C-BB1B-8DCF5C93518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99803" y="5438653"/>
            <a:ext cx="1727200" cy="215444"/>
          </a:xfrm>
        </p:spPr>
        <p:txBody>
          <a:bodyPr>
            <a:norm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200"/>
            </a:lvl3pPr>
          </a:lstStyle>
          <a:p>
            <a:pPr lvl="0"/>
            <a:r>
              <a:rPr lang="en-GB" dirty="0"/>
              <a:t>CALL TO ACTION</a:t>
            </a:r>
            <a:endParaRPr lang="en-US" dirty="0"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7B02AA63-E962-9DD6-C443-F3E6A5D785EB}"/>
              </a:ext>
            </a:extLst>
          </p:cNvPr>
          <p:cNvSpPr/>
          <p:nvPr userDrawn="1"/>
        </p:nvSpPr>
        <p:spPr>
          <a:xfrm>
            <a:off x="3384467" y="5397532"/>
            <a:ext cx="1982011" cy="226873"/>
          </a:xfrm>
          <a:prstGeom prst="roundRect">
            <a:avLst>
              <a:gd name="adj" fmla="val 50000"/>
            </a:avLst>
          </a:prstGeom>
          <a:noFill/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64E0710-EA24-A462-892F-BA2A5D7FE3E0}"/>
              </a:ext>
            </a:extLst>
          </p:cNvPr>
          <p:cNvSpPr/>
          <p:nvPr userDrawn="1"/>
        </p:nvSpPr>
        <p:spPr>
          <a:xfrm>
            <a:off x="6108074" y="2737271"/>
            <a:ext cx="2072625" cy="2072625"/>
          </a:xfrm>
          <a:prstGeom prst="ellipse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5067A7E-86C3-9E16-06F5-D9436095D5C2}"/>
              </a:ext>
            </a:extLst>
          </p:cNvPr>
          <p:cNvSpPr/>
          <p:nvPr userDrawn="1"/>
        </p:nvSpPr>
        <p:spPr>
          <a:xfrm>
            <a:off x="6242262" y="2871459"/>
            <a:ext cx="1804248" cy="1804248"/>
          </a:xfrm>
          <a:prstGeom prst="ellipse">
            <a:avLst/>
          </a:prstGeom>
          <a:noFill/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9D33DF63-C754-E3B0-26BA-6243367027B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42378" y="3484880"/>
            <a:ext cx="1803400" cy="736600"/>
          </a:xfrm>
        </p:spPr>
        <p:txBody>
          <a:bodyPr>
            <a:normAutofit/>
          </a:bodyPr>
          <a:lstStyle>
            <a:lvl1pPr marL="0" indent="0" algn="ctr">
              <a:buNone/>
              <a:defRPr sz="450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>
                <a:latin typeface="+mj-lt"/>
              </a:defRPr>
            </a:lvl2pPr>
            <a:lvl3pPr marL="914400" indent="0">
              <a:buNone/>
              <a:defRPr>
                <a:latin typeface="+mj-lt"/>
              </a:defRPr>
            </a:lvl3pPr>
            <a:lvl4pPr marL="1371600" indent="0">
              <a:buNone/>
              <a:defRPr>
                <a:latin typeface="+mj-lt"/>
              </a:defRPr>
            </a:lvl4pPr>
            <a:lvl5pPr marL="1828800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C915BE69-FB7A-A43B-AB73-3ABE393840D5}"/>
              </a:ext>
            </a:extLst>
          </p:cNvPr>
          <p:cNvSpPr/>
          <p:nvPr userDrawn="1"/>
        </p:nvSpPr>
        <p:spPr>
          <a:xfrm>
            <a:off x="6113098" y="5369616"/>
            <a:ext cx="2067601" cy="28448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A2C130A4-0652-D4B7-A353-F158F027FFE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80478" y="5438653"/>
            <a:ext cx="1727200" cy="215444"/>
          </a:xfrm>
        </p:spPr>
        <p:txBody>
          <a:bodyPr>
            <a:normAutofit/>
          </a:bodyPr>
          <a:lstStyle>
            <a:lvl1pPr marL="0" indent="0" algn="ctr">
              <a:buNone/>
              <a:defRPr sz="110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200"/>
            </a:lvl3pPr>
          </a:lstStyle>
          <a:p>
            <a:pPr lvl="0"/>
            <a:r>
              <a:rPr lang="en-GB" dirty="0"/>
              <a:t>CALL TO ACTION</a:t>
            </a:r>
            <a:endParaRPr lang="en-US" dirty="0"/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828B5639-AF68-F86E-0C1C-9FC07BE4EE97}"/>
              </a:ext>
            </a:extLst>
          </p:cNvPr>
          <p:cNvSpPr/>
          <p:nvPr userDrawn="1"/>
        </p:nvSpPr>
        <p:spPr>
          <a:xfrm>
            <a:off x="6165142" y="5397532"/>
            <a:ext cx="1982011" cy="226873"/>
          </a:xfrm>
          <a:prstGeom prst="roundRect">
            <a:avLst>
              <a:gd name="adj" fmla="val 50000"/>
            </a:avLst>
          </a:prstGeom>
          <a:noFill/>
          <a:ln w="31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4880539-A552-7F25-7CAF-99DCCE96CDE1}"/>
              </a:ext>
            </a:extLst>
          </p:cNvPr>
          <p:cNvSpPr/>
          <p:nvPr userDrawn="1"/>
        </p:nvSpPr>
        <p:spPr>
          <a:xfrm>
            <a:off x="8730826" y="2737271"/>
            <a:ext cx="2072625" cy="2072625"/>
          </a:xfrm>
          <a:prstGeom prst="ellipse">
            <a:avLst/>
          </a:prstGeom>
          <a:noFill/>
          <a:ln w="31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B4A2B2AB-2E07-AA3E-EB6F-50576003C9B5}"/>
              </a:ext>
            </a:extLst>
          </p:cNvPr>
          <p:cNvSpPr/>
          <p:nvPr userDrawn="1"/>
        </p:nvSpPr>
        <p:spPr>
          <a:xfrm>
            <a:off x="8865014" y="2871459"/>
            <a:ext cx="1804248" cy="1804248"/>
          </a:xfrm>
          <a:prstGeom prst="ellipse">
            <a:avLst/>
          </a:prstGeom>
          <a:noFill/>
          <a:ln w="31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CDC41735-C29B-9495-D2BA-DE6A726E87B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865130" y="3484880"/>
            <a:ext cx="1803400" cy="736600"/>
          </a:xfrm>
        </p:spPr>
        <p:txBody>
          <a:bodyPr>
            <a:normAutofit/>
          </a:bodyPr>
          <a:lstStyle>
            <a:lvl1pPr marL="0" indent="0" algn="ctr">
              <a:buNone/>
              <a:defRPr sz="450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>
                <a:latin typeface="+mj-lt"/>
              </a:defRPr>
            </a:lvl2pPr>
            <a:lvl3pPr marL="914400" indent="0">
              <a:buNone/>
              <a:defRPr>
                <a:latin typeface="+mj-lt"/>
              </a:defRPr>
            </a:lvl3pPr>
            <a:lvl4pPr marL="1371600" indent="0">
              <a:buNone/>
              <a:defRPr>
                <a:latin typeface="+mj-lt"/>
              </a:defRPr>
            </a:lvl4pPr>
            <a:lvl5pPr marL="1828800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2F5B4582-7E29-D2A7-F2DA-6CB62DE2F283}"/>
              </a:ext>
            </a:extLst>
          </p:cNvPr>
          <p:cNvSpPr/>
          <p:nvPr userDrawn="1"/>
        </p:nvSpPr>
        <p:spPr>
          <a:xfrm>
            <a:off x="8735850" y="5369616"/>
            <a:ext cx="2067601" cy="284480"/>
          </a:xfrm>
          <a:prstGeom prst="roundRect">
            <a:avLst>
              <a:gd name="adj" fmla="val 50000"/>
            </a:avLst>
          </a:prstGeom>
          <a:noFill/>
          <a:ln w="31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CE98802E-EF3D-81C7-1132-87602E60748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903230" y="5438653"/>
            <a:ext cx="1727200" cy="215444"/>
          </a:xfrm>
        </p:spPr>
        <p:txBody>
          <a:bodyPr>
            <a:normAutofit/>
          </a:bodyPr>
          <a:lstStyle>
            <a:lvl1pPr marL="0" indent="0" algn="ctr">
              <a:buNone/>
              <a:defRPr sz="110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200"/>
            </a:lvl3pPr>
          </a:lstStyle>
          <a:p>
            <a:pPr lvl="0"/>
            <a:r>
              <a:rPr lang="en-GB" dirty="0"/>
              <a:t>CALL TO ACTION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22335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04CFB7-E7D1-0CE5-E5E7-A38355AA3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8113" y="6403934"/>
            <a:ext cx="311806" cy="365120"/>
          </a:xfrm>
        </p:spPr>
        <p:txBody>
          <a:bodyPr/>
          <a:lstStyle/>
          <a:p>
            <a:fld id="{BD3A8CDB-6ED7-3248-93F3-36B845814950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3ABBEF4C-A0CC-7F5E-CFBF-7B9466135F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73595" y="6403934"/>
            <a:ext cx="441681" cy="365125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/>
            </a:lvl1pPr>
          </a:lstStyle>
          <a:p>
            <a:pPr algn="r"/>
            <a:fld id="{EA84C60B-F168-724B-9D3E-48701E2302BB}" type="datetimeFigureOut">
              <a:rPr lang="en-US" smtClean="0"/>
              <a:pPr algn="r"/>
              <a:t>3/6/2026</a:t>
            </a:fld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EE72FF7-D5A2-F67F-D9A3-50D7435E6B84}"/>
              </a:ext>
            </a:extLst>
          </p:cNvPr>
          <p:cNvSpPr txBox="1"/>
          <p:nvPr userDrawn="1"/>
        </p:nvSpPr>
        <p:spPr>
          <a:xfrm>
            <a:off x="11482590" y="6525778"/>
            <a:ext cx="8552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800" b="0" i="0" dirty="0">
                <a:latin typeface="Safiro" pitchFamily="2" charset="77"/>
              </a:rPr>
              <a:t>&gt;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4CE9CBB-5027-F03A-CC67-78DB6F7E2BA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7375" y="1142048"/>
            <a:ext cx="8302625" cy="525288"/>
          </a:xfrm>
        </p:spPr>
        <p:txBody>
          <a:bodyPr>
            <a:noAutofit/>
          </a:bodyPr>
          <a:lstStyle>
            <a:lvl1pPr marL="0" indent="0">
              <a:buNone/>
              <a:defRPr sz="360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tx2"/>
                </a:solidFill>
                <a:latin typeface="+mj-lt"/>
              </a:defRPr>
            </a:lvl2pPr>
            <a:lvl3pPr marL="914400" indent="0">
              <a:buNone/>
              <a:defRPr>
                <a:solidFill>
                  <a:schemeClr val="tx2"/>
                </a:solidFill>
                <a:latin typeface="+mj-lt"/>
              </a:defRPr>
            </a:lvl3pPr>
            <a:lvl4pPr marL="1371600" indent="0">
              <a:buNone/>
              <a:defRPr>
                <a:solidFill>
                  <a:schemeClr val="tx2"/>
                </a:solidFill>
                <a:latin typeface="+mj-lt"/>
              </a:defRPr>
            </a:lvl4pPr>
            <a:lvl5pPr marL="1828800" indent="0">
              <a:buNone/>
              <a:defRPr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Click to edit text here looking cool</a:t>
            </a:r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F2E219B9-4671-E689-6E41-72C9AF03B85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4" y="1819735"/>
            <a:ext cx="9846946" cy="525283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Font typeface="Arial" panose="020B0604020202020204" pitchFamily="34" charset="0"/>
              <a:buNone/>
              <a:defRPr sz="1200"/>
            </a:lvl2pPr>
            <a:lvl3pPr marL="1085850" indent="-171450">
              <a:buFont typeface="Arial" panose="020B0604020202020204" pitchFamily="34" charset="0"/>
              <a:buChar char="•"/>
              <a:defRPr sz="12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929BB31-4126-B091-69B4-6F6ED1F69023}"/>
              </a:ext>
            </a:extLst>
          </p:cNvPr>
          <p:cNvCxnSpPr>
            <a:cxnSpLocks/>
          </p:cNvCxnSpPr>
          <p:nvPr userDrawn="1"/>
        </p:nvCxnSpPr>
        <p:spPr>
          <a:xfrm>
            <a:off x="317696" y="457200"/>
            <a:ext cx="11556609" cy="0"/>
          </a:xfrm>
          <a:prstGeom prst="line">
            <a:avLst/>
          </a:prstGeom>
          <a:ln w="3175">
            <a:solidFill>
              <a:srgbClr val="7D7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BA9EE27-1968-B5C2-1036-20D07D261199}"/>
              </a:ext>
            </a:extLst>
          </p:cNvPr>
          <p:cNvCxnSpPr>
            <a:cxnSpLocks/>
          </p:cNvCxnSpPr>
          <p:nvPr userDrawn="1"/>
        </p:nvCxnSpPr>
        <p:spPr>
          <a:xfrm>
            <a:off x="317696" y="6405613"/>
            <a:ext cx="11556609" cy="0"/>
          </a:xfrm>
          <a:prstGeom prst="line">
            <a:avLst/>
          </a:prstGeom>
          <a:ln w="3175">
            <a:solidFill>
              <a:srgbClr val="7D7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42277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39671981-6717-F825-B9D7-1E9E12DBB918}"/>
              </a:ext>
            </a:extLst>
          </p:cNvPr>
          <p:cNvSpPr/>
          <p:nvPr userDrawn="1"/>
        </p:nvSpPr>
        <p:spPr>
          <a:xfrm>
            <a:off x="416026" y="1132040"/>
            <a:ext cx="1125084" cy="112508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04CFB7-E7D1-0CE5-E5E7-A38355AA3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8113" y="6403934"/>
            <a:ext cx="311806" cy="365120"/>
          </a:xfrm>
        </p:spPr>
        <p:txBody>
          <a:bodyPr/>
          <a:lstStyle/>
          <a:p>
            <a:fld id="{BD3A8CDB-6ED7-3248-93F3-36B845814950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3ABBEF4C-A0CC-7F5E-CFBF-7B9466135F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73595" y="6403934"/>
            <a:ext cx="441681" cy="365125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/>
            </a:lvl1pPr>
          </a:lstStyle>
          <a:p>
            <a:pPr algn="r"/>
            <a:fld id="{EA84C60B-F168-724B-9D3E-48701E2302BB}" type="datetimeFigureOut">
              <a:rPr lang="en-US" smtClean="0"/>
              <a:pPr algn="r"/>
              <a:t>3/6/2026</a:t>
            </a:fld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EE72FF7-D5A2-F67F-D9A3-50D7435E6B84}"/>
              </a:ext>
            </a:extLst>
          </p:cNvPr>
          <p:cNvSpPr txBox="1"/>
          <p:nvPr userDrawn="1"/>
        </p:nvSpPr>
        <p:spPr>
          <a:xfrm>
            <a:off x="11482590" y="6525778"/>
            <a:ext cx="8552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800" b="0" i="0" dirty="0">
                <a:latin typeface="Safiro" pitchFamily="2" charset="77"/>
              </a:rPr>
              <a:t>&gt;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4CE9CBB-5027-F03A-CC67-78DB6F7E2BA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54847" y="1577337"/>
            <a:ext cx="6549073" cy="3888727"/>
          </a:xfrm>
        </p:spPr>
        <p:txBody>
          <a:bodyPr>
            <a:noAutofit/>
          </a:bodyPr>
          <a:lstStyle>
            <a:lvl1pPr marL="0" indent="0">
              <a:buNone/>
              <a:defRPr sz="1000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tx2"/>
                </a:solidFill>
                <a:latin typeface="+mj-lt"/>
              </a:defRPr>
            </a:lvl2pPr>
            <a:lvl3pPr marL="914400" indent="0">
              <a:buNone/>
              <a:defRPr>
                <a:solidFill>
                  <a:schemeClr val="tx2"/>
                </a:solidFill>
                <a:latin typeface="+mj-lt"/>
              </a:defRPr>
            </a:lvl3pPr>
            <a:lvl4pPr marL="1371600" indent="0">
              <a:buNone/>
              <a:defRPr>
                <a:solidFill>
                  <a:schemeClr val="tx2"/>
                </a:solidFill>
                <a:latin typeface="+mj-lt"/>
              </a:defRPr>
            </a:lvl4pPr>
            <a:lvl5pPr marL="1828800" indent="0">
              <a:buNone/>
              <a:defRPr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Big Titles Go Here</a:t>
            </a:r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F2E219B9-4671-E689-6E41-72C9AF03B8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7695" y="1354463"/>
            <a:ext cx="977265" cy="758806"/>
          </a:xfrm>
        </p:spPr>
        <p:txBody>
          <a:bodyPr>
            <a:noAutofit/>
          </a:bodyPr>
          <a:lstStyle>
            <a:lvl1pPr marL="0" indent="0">
              <a:buNone/>
              <a:defRPr sz="5000">
                <a:solidFill>
                  <a:schemeClr val="tx2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1200"/>
            </a:lvl2pPr>
            <a:lvl3pPr marL="1085850" indent="-171450">
              <a:buFont typeface="Arial" panose="020B0604020202020204" pitchFamily="34" charset="0"/>
              <a:buChar char="•"/>
              <a:defRPr sz="12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GB" dirty="0"/>
              <a:t>01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929BB31-4126-B091-69B4-6F6ED1F69023}"/>
              </a:ext>
            </a:extLst>
          </p:cNvPr>
          <p:cNvCxnSpPr>
            <a:cxnSpLocks/>
          </p:cNvCxnSpPr>
          <p:nvPr userDrawn="1"/>
        </p:nvCxnSpPr>
        <p:spPr>
          <a:xfrm>
            <a:off x="317696" y="457200"/>
            <a:ext cx="11556609" cy="0"/>
          </a:xfrm>
          <a:prstGeom prst="line">
            <a:avLst/>
          </a:prstGeom>
          <a:ln w="3175">
            <a:solidFill>
              <a:srgbClr val="7D7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BA9EE27-1968-B5C2-1036-20D07D261199}"/>
              </a:ext>
            </a:extLst>
          </p:cNvPr>
          <p:cNvCxnSpPr>
            <a:cxnSpLocks/>
          </p:cNvCxnSpPr>
          <p:nvPr userDrawn="1"/>
        </p:nvCxnSpPr>
        <p:spPr>
          <a:xfrm>
            <a:off x="317696" y="6405613"/>
            <a:ext cx="11556609" cy="0"/>
          </a:xfrm>
          <a:prstGeom prst="line">
            <a:avLst/>
          </a:prstGeom>
          <a:ln w="3175">
            <a:solidFill>
              <a:srgbClr val="7D7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01B62929-95B3-3E67-6ACF-0102B93A68B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125506" y="4324096"/>
            <a:ext cx="1979373" cy="1676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4084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33335B92-46B7-D557-472F-037766ADEE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 rot="1800000">
            <a:off x="4889888" y="-661434"/>
            <a:ext cx="3845879" cy="7691758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04CFB7-E7D1-0CE5-E5E7-A38355AA3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8113" y="6403934"/>
            <a:ext cx="311806" cy="365120"/>
          </a:xfrm>
        </p:spPr>
        <p:txBody>
          <a:bodyPr/>
          <a:lstStyle/>
          <a:p>
            <a:fld id="{BD3A8CDB-6ED7-3248-93F3-36B845814950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3ABBEF4C-A0CC-7F5E-CFBF-7B9466135F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73595" y="6403934"/>
            <a:ext cx="441681" cy="365125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/>
            </a:lvl1pPr>
          </a:lstStyle>
          <a:p>
            <a:pPr algn="r"/>
            <a:fld id="{EA84C60B-F168-724B-9D3E-48701E2302BB}" type="datetimeFigureOut">
              <a:rPr lang="en-US" smtClean="0"/>
              <a:pPr algn="r"/>
              <a:t>3/6/2026</a:t>
            </a:fld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EE72FF7-D5A2-F67F-D9A3-50D7435E6B84}"/>
              </a:ext>
            </a:extLst>
          </p:cNvPr>
          <p:cNvSpPr txBox="1"/>
          <p:nvPr userDrawn="1"/>
        </p:nvSpPr>
        <p:spPr>
          <a:xfrm>
            <a:off x="11482590" y="6525778"/>
            <a:ext cx="8552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800" b="0" i="0" dirty="0">
                <a:latin typeface="Safiro" pitchFamily="2" charset="77"/>
              </a:rPr>
              <a:t>&gt;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4CE9CBB-5027-F03A-CC67-78DB6F7E2BA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7375" y="1493520"/>
            <a:ext cx="4573905" cy="1087755"/>
          </a:xfrm>
        </p:spPr>
        <p:txBody>
          <a:bodyPr>
            <a:noAutofit/>
          </a:bodyPr>
          <a:lstStyle>
            <a:lvl1pPr marL="0" indent="0">
              <a:buNone/>
              <a:defRPr sz="360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tx2"/>
                </a:solidFill>
                <a:latin typeface="+mj-lt"/>
              </a:defRPr>
            </a:lvl2pPr>
            <a:lvl3pPr marL="914400" indent="0">
              <a:buNone/>
              <a:defRPr>
                <a:solidFill>
                  <a:schemeClr val="tx2"/>
                </a:solidFill>
                <a:latin typeface="+mj-lt"/>
              </a:defRPr>
            </a:lvl3pPr>
            <a:lvl4pPr marL="1371600" indent="0">
              <a:buNone/>
              <a:defRPr>
                <a:solidFill>
                  <a:schemeClr val="tx2"/>
                </a:solidFill>
                <a:latin typeface="+mj-lt"/>
              </a:defRPr>
            </a:lvl4pPr>
            <a:lvl5pPr marL="1828800" indent="0">
              <a:buNone/>
              <a:defRPr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Click to edit text here looking cool</a:t>
            </a:r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F2E219B9-4671-E689-6E41-72C9AF03B85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5" y="2835275"/>
            <a:ext cx="3760788" cy="233680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628650" indent="-171450">
              <a:buFont typeface="Arial" panose="020B0604020202020204" pitchFamily="34" charset="0"/>
              <a:buChar char="•"/>
              <a:defRPr sz="1200"/>
            </a:lvl2pPr>
            <a:lvl3pPr marL="1085850" indent="-171450">
              <a:buFont typeface="Arial" panose="020B0604020202020204" pitchFamily="34" charset="0"/>
              <a:buChar char="•"/>
              <a:defRPr sz="12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929BB31-4126-B091-69B4-6F6ED1F69023}"/>
              </a:ext>
            </a:extLst>
          </p:cNvPr>
          <p:cNvCxnSpPr>
            <a:cxnSpLocks/>
          </p:cNvCxnSpPr>
          <p:nvPr userDrawn="1"/>
        </p:nvCxnSpPr>
        <p:spPr>
          <a:xfrm>
            <a:off x="317696" y="457200"/>
            <a:ext cx="11556609" cy="0"/>
          </a:xfrm>
          <a:prstGeom prst="line">
            <a:avLst/>
          </a:prstGeom>
          <a:ln w="3175">
            <a:solidFill>
              <a:srgbClr val="7D7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14979FF3-7BAD-352E-8E0F-86A35DF5C31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575294" y="1371966"/>
            <a:ext cx="6016625" cy="4125912"/>
          </a:xfrm>
        </p:spPr>
        <p:txBody>
          <a:bodyPr/>
          <a:lstStyle/>
          <a:p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35DB536D-B6FF-A23E-C35D-A2593E9EEDD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70000"/>
          </a:blip>
          <a:srcRect/>
          <a:stretch/>
        </p:blipFill>
        <p:spPr>
          <a:xfrm rot="12600000">
            <a:off x="8855895" y="157795"/>
            <a:ext cx="3845879" cy="7691758"/>
          </a:xfrm>
          <a:prstGeom prst="rect">
            <a:avLst/>
          </a:prstGeom>
        </p:spPr>
      </p:pic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BA9EE27-1968-B5C2-1036-20D07D261199}"/>
              </a:ext>
            </a:extLst>
          </p:cNvPr>
          <p:cNvCxnSpPr>
            <a:cxnSpLocks/>
          </p:cNvCxnSpPr>
          <p:nvPr userDrawn="1"/>
        </p:nvCxnSpPr>
        <p:spPr>
          <a:xfrm>
            <a:off x="317696" y="6405613"/>
            <a:ext cx="11556609" cy="0"/>
          </a:xfrm>
          <a:prstGeom prst="line">
            <a:avLst/>
          </a:prstGeom>
          <a:ln w="3175">
            <a:solidFill>
              <a:srgbClr val="7D7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629B5960-00F7-A37D-F58E-94AD9953B49E}"/>
              </a:ext>
            </a:extLst>
          </p:cNvPr>
          <p:cNvSpPr txBox="1"/>
          <p:nvPr userDrawn="1"/>
        </p:nvSpPr>
        <p:spPr>
          <a:xfrm>
            <a:off x="9298004" y="200252"/>
            <a:ext cx="2576301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800" b="0" i="0" dirty="0">
                <a:latin typeface="Safiro" pitchFamily="2" charset="77"/>
              </a:rPr>
              <a:t>PROPOSAL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9486DEF-3CE5-D372-51BF-18C7D65D76A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674679" y="3754120"/>
            <a:ext cx="215900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722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04CFB7-E7D1-0CE5-E5E7-A38355AA3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8113" y="6403934"/>
            <a:ext cx="311806" cy="365120"/>
          </a:xfrm>
        </p:spPr>
        <p:txBody>
          <a:bodyPr/>
          <a:lstStyle/>
          <a:p>
            <a:fld id="{BD3A8CDB-6ED7-3248-93F3-36B845814950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3ABBEF4C-A0CC-7F5E-CFBF-7B9466135F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73595" y="6403934"/>
            <a:ext cx="441681" cy="365125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/>
            </a:lvl1pPr>
          </a:lstStyle>
          <a:p>
            <a:pPr algn="r"/>
            <a:fld id="{EA84C60B-F168-724B-9D3E-48701E2302BB}" type="datetimeFigureOut">
              <a:rPr lang="en-US" smtClean="0"/>
              <a:pPr algn="r"/>
              <a:t>3/6/2026</a:t>
            </a:fld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EE72FF7-D5A2-F67F-D9A3-50D7435E6B84}"/>
              </a:ext>
            </a:extLst>
          </p:cNvPr>
          <p:cNvSpPr txBox="1"/>
          <p:nvPr userDrawn="1"/>
        </p:nvSpPr>
        <p:spPr>
          <a:xfrm>
            <a:off x="11482590" y="6525778"/>
            <a:ext cx="8552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800" b="0" i="0" dirty="0">
                <a:latin typeface="Safiro" pitchFamily="2" charset="77"/>
              </a:rPr>
              <a:t>&gt;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4CE9CBB-5027-F03A-CC67-78DB6F7E2BA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88926" y="1493520"/>
            <a:ext cx="4573905" cy="1087755"/>
          </a:xfrm>
        </p:spPr>
        <p:txBody>
          <a:bodyPr>
            <a:noAutofit/>
          </a:bodyPr>
          <a:lstStyle>
            <a:lvl1pPr marL="0" indent="0">
              <a:buNone/>
              <a:defRPr sz="360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tx2"/>
                </a:solidFill>
                <a:latin typeface="+mj-lt"/>
              </a:defRPr>
            </a:lvl2pPr>
            <a:lvl3pPr marL="914400" indent="0">
              <a:buNone/>
              <a:defRPr>
                <a:solidFill>
                  <a:schemeClr val="tx2"/>
                </a:solidFill>
                <a:latin typeface="+mj-lt"/>
              </a:defRPr>
            </a:lvl3pPr>
            <a:lvl4pPr marL="1371600" indent="0">
              <a:buNone/>
              <a:defRPr>
                <a:solidFill>
                  <a:schemeClr val="tx2"/>
                </a:solidFill>
                <a:latin typeface="+mj-lt"/>
              </a:defRPr>
            </a:lvl4pPr>
            <a:lvl5pPr marL="1828800" indent="0">
              <a:buNone/>
              <a:defRPr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Click to edit text here looking cool</a:t>
            </a:r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F2E219B9-4671-E689-6E41-72C9AF03B85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88926" y="2835275"/>
            <a:ext cx="3760788" cy="233680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628650" indent="-171450">
              <a:buFont typeface="Arial" panose="020B0604020202020204" pitchFamily="34" charset="0"/>
              <a:buChar char="•"/>
              <a:defRPr sz="1200"/>
            </a:lvl2pPr>
            <a:lvl3pPr marL="1085850" indent="-171450">
              <a:buFont typeface="Arial" panose="020B0604020202020204" pitchFamily="34" charset="0"/>
              <a:buChar char="•"/>
              <a:defRPr sz="12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929BB31-4126-B091-69B4-6F6ED1F69023}"/>
              </a:ext>
            </a:extLst>
          </p:cNvPr>
          <p:cNvCxnSpPr>
            <a:cxnSpLocks/>
          </p:cNvCxnSpPr>
          <p:nvPr userDrawn="1"/>
        </p:nvCxnSpPr>
        <p:spPr>
          <a:xfrm>
            <a:off x="317696" y="457200"/>
            <a:ext cx="11556609" cy="0"/>
          </a:xfrm>
          <a:prstGeom prst="line">
            <a:avLst/>
          </a:prstGeom>
          <a:ln w="3175">
            <a:solidFill>
              <a:srgbClr val="7D7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14979FF3-7BAD-352E-8E0F-86A35DF5C31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2897" y="1268"/>
            <a:ext cx="5022400" cy="6856732"/>
          </a:xfr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35DB536D-B6FF-A23E-C35D-A2593E9EEDD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70000"/>
          </a:blip>
          <a:srcRect t="36658" b="-1644"/>
          <a:stretch/>
        </p:blipFill>
        <p:spPr>
          <a:xfrm rot="16200000">
            <a:off x="424459" y="-424462"/>
            <a:ext cx="2832307" cy="3681226"/>
          </a:xfrm>
          <a:prstGeom prst="rect">
            <a:avLst/>
          </a:prstGeom>
        </p:spPr>
      </p:pic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BA9EE27-1968-B5C2-1036-20D07D261199}"/>
              </a:ext>
            </a:extLst>
          </p:cNvPr>
          <p:cNvCxnSpPr>
            <a:cxnSpLocks/>
          </p:cNvCxnSpPr>
          <p:nvPr userDrawn="1"/>
        </p:nvCxnSpPr>
        <p:spPr>
          <a:xfrm>
            <a:off x="317696" y="6405613"/>
            <a:ext cx="11556609" cy="0"/>
          </a:xfrm>
          <a:prstGeom prst="line">
            <a:avLst/>
          </a:prstGeom>
          <a:ln w="3175">
            <a:solidFill>
              <a:srgbClr val="7D7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629B5960-00F7-A37D-F58E-94AD9953B49E}"/>
              </a:ext>
            </a:extLst>
          </p:cNvPr>
          <p:cNvSpPr txBox="1"/>
          <p:nvPr userDrawn="1"/>
        </p:nvSpPr>
        <p:spPr>
          <a:xfrm>
            <a:off x="9298004" y="200252"/>
            <a:ext cx="2576301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800" b="0" i="0" dirty="0">
                <a:latin typeface="Safiro" pitchFamily="2" charset="77"/>
              </a:rPr>
              <a:t>PROPOSAL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F7E6A67-478B-95BD-D92A-67DF9A7E0238}"/>
              </a:ext>
            </a:extLst>
          </p:cNvPr>
          <p:cNvCxnSpPr>
            <a:cxnSpLocks/>
          </p:cNvCxnSpPr>
          <p:nvPr userDrawn="1"/>
        </p:nvCxnSpPr>
        <p:spPr>
          <a:xfrm>
            <a:off x="317696" y="457200"/>
            <a:ext cx="11556609" cy="0"/>
          </a:xfrm>
          <a:prstGeom prst="line">
            <a:avLst/>
          </a:prstGeom>
          <a:ln w="3175">
            <a:solidFill>
              <a:srgbClr val="7D7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DDDCAE4-10AF-CA9A-CDF4-80FBC93C1F36}"/>
              </a:ext>
            </a:extLst>
          </p:cNvPr>
          <p:cNvCxnSpPr>
            <a:cxnSpLocks/>
          </p:cNvCxnSpPr>
          <p:nvPr userDrawn="1"/>
        </p:nvCxnSpPr>
        <p:spPr>
          <a:xfrm>
            <a:off x="317696" y="6405613"/>
            <a:ext cx="11556609" cy="0"/>
          </a:xfrm>
          <a:prstGeom prst="line">
            <a:avLst/>
          </a:prstGeom>
          <a:ln w="3175">
            <a:solidFill>
              <a:srgbClr val="7D7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A red and black logo&#10;&#10;Description automatically generated">
            <a:extLst>
              <a:ext uri="{FF2B5EF4-FFF2-40B4-BE49-F238E27FC236}">
                <a16:creationId xmlns:a16="http://schemas.microsoft.com/office/drawing/2014/main" id="{0D117A5F-264D-7598-45B3-B7D8A74E2D1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20872" y="169090"/>
            <a:ext cx="869754" cy="19596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A44FA50-802B-0CC4-D17D-ECFA4CDA1923}"/>
              </a:ext>
            </a:extLst>
          </p:cNvPr>
          <p:cNvSpPr txBox="1"/>
          <p:nvPr userDrawn="1"/>
        </p:nvSpPr>
        <p:spPr>
          <a:xfrm>
            <a:off x="312081" y="6525778"/>
            <a:ext cx="2576301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800" b="0" i="0" dirty="0">
                <a:latin typeface="Safiro" pitchFamily="2" charset="77"/>
              </a:rPr>
              <a:t>PROMPTAIGLOBAL.COM</a:t>
            </a:r>
          </a:p>
        </p:txBody>
      </p:sp>
    </p:spTree>
    <p:extLst>
      <p:ext uri="{BB962C8B-B14F-4D97-AF65-F5344CB8AC3E}">
        <p14:creationId xmlns:p14="http://schemas.microsoft.com/office/powerpoint/2010/main" val="20225373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04CFB7-E7D1-0CE5-E5E7-A38355AA3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8113" y="6403934"/>
            <a:ext cx="311806" cy="365120"/>
          </a:xfrm>
        </p:spPr>
        <p:txBody>
          <a:bodyPr/>
          <a:lstStyle/>
          <a:p>
            <a:fld id="{BD3A8CDB-6ED7-3248-93F3-36B845814950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3ABBEF4C-A0CC-7F5E-CFBF-7B9466135F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73595" y="6403934"/>
            <a:ext cx="441681" cy="365125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/>
            </a:lvl1pPr>
          </a:lstStyle>
          <a:p>
            <a:pPr algn="r"/>
            <a:fld id="{EA84C60B-F168-724B-9D3E-48701E2302BB}" type="datetimeFigureOut">
              <a:rPr lang="en-US" smtClean="0"/>
              <a:pPr algn="r"/>
              <a:t>3/6/2026</a:t>
            </a:fld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EE72FF7-D5A2-F67F-D9A3-50D7435E6B84}"/>
              </a:ext>
            </a:extLst>
          </p:cNvPr>
          <p:cNvSpPr txBox="1"/>
          <p:nvPr userDrawn="1"/>
        </p:nvSpPr>
        <p:spPr>
          <a:xfrm>
            <a:off x="11482590" y="6525778"/>
            <a:ext cx="8552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800" b="0" i="0" dirty="0">
                <a:latin typeface="Safiro" pitchFamily="2" charset="77"/>
              </a:rPr>
              <a:t>&gt;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4CE9CBB-5027-F03A-CC67-78DB6F7E2BA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7375" y="1142048"/>
            <a:ext cx="8302625" cy="525288"/>
          </a:xfrm>
        </p:spPr>
        <p:txBody>
          <a:bodyPr>
            <a:noAutofit/>
          </a:bodyPr>
          <a:lstStyle>
            <a:lvl1pPr marL="0" indent="0">
              <a:buNone/>
              <a:defRPr sz="360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tx2"/>
                </a:solidFill>
                <a:latin typeface="+mj-lt"/>
              </a:defRPr>
            </a:lvl2pPr>
            <a:lvl3pPr marL="914400" indent="0">
              <a:buNone/>
              <a:defRPr>
                <a:solidFill>
                  <a:schemeClr val="tx2"/>
                </a:solidFill>
                <a:latin typeface="+mj-lt"/>
              </a:defRPr>
            </a:lvl3pPr>
            <a:lvl4pPr marL="1371600" indent="0">
              <a:buNone/>
              <a:defRPr>
                <a:solidFill>
                  <a:schemeClr val="tx2"/>
                </a:solidFill>
                <a:latin typeface="+mj-lt"/>
              </a:defRPr>
            </a:lvl4pPr>
            <a:lvl5pPr marL="1828800" indent="0">
              <a:buNone/>
              <a:defRPr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Click to edit text here looking cool</a:t>
            </a:r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F2E219B9-4671-E689-6E41-72C9AF03B85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4" y="1819735"/>
            <a:ext cx="9846946" cy="525283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Font typeface="Arial" panose="020B0604020202020204" pitchFamily="34" charset="0"/>
              <a:buNone/>
              <a:defRPr sz="1200"/>
            </a:lvl2pPr>
            <a:lvl3pPr marL="1085850" indent="-171450">
              <a:buFont typeface="Arial" panose="020B0604020202020204" pitchFamily="34" charset="0"/>
              <a:buChar char="•"/>
              <a:defRPr sz="12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929BB31-4126-B091-69B4-6F6ED1F69023}"/>
              </a:ext>
            </a:extLst>
          </p:cNvPr>
          <p:cNvCxnSpPr>
            <a:cxnSpLocks/>
          </p:cNvCxnSpPr>
          <p:nvPr userDrawn="1"/>
        </p:nvCxnSpPr>
        <p:spPr>
          <a:xfrm>
            <a:off x="317696" y="457200"/>
            <a:ext cx="11556609" cy="0"/>
          </a:xfrm>
          <a:prstGeom prst="line">
            <a:avLst/>
          </a:prstGeom>
          <a:ln w="3175">
            <a:solidFill>
              <a:srgbClr val="7D7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BA9EE27-1968-B5C2-1036-20D07D261199}"/>
              </a:ext>
            </a:extLst>
          </p:cNvPr>
          <p:cNvCxnSpPr>
            <a:cxnSpLocks/>
          </p:cNvCxnSpPr>
          <p:nvPr userDrawn="1"/>
        </p:nvCxnSpPr>
        <p:spPr>
          <a:xfrm>
            <a:off x="317696" y="6405613"/>
            <a:ext cx="11556609" cy="0"/>
          </a:xfrm>
          <a:prstGeom prst="line">
            <a:avLst/>
          </a:prstGeom>
          <a:ln w="3175">
            <a:solidFill>
              <a:srgbClr val="7D7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81298FB7-4241-734D-95CF-8F1636C6FD54}"/>
              </a:ext>
            </a:extLst>
          </p:cNvPr>
          <p:cNvSpPr/>
          <p:nvPr userDrawn="1"/>
        </p:nvSpPr>
        <p:spPr>
          <a:xfrm>
            <a:off x="721359" y="2737271"/>
            <a:ext cx="2072625" cy="2072625"/>
          </a:xfrm>
          <a:prstGeom prst="ellipse">
            <a:avLst/>
          </a:prstGeom>
          <a:noFill/>
          <a:ln w="317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AAFC38C-A379-6DD9-893E-6E8F2DF4AD0A}"/>
              </a:ext>
            </a:extLst>
          </p:cNvPr>
          <p:cNvSpPr/>
          <p:nvPr userDrawn="1"/>
        </p:nvSpPr>
        <p:spPr>
          <a:xfrm>
            <a:off x="855547" y="2871459"/>
            <a:ext cx="1804248" cy="1804248"/>
          </a:xfrm>
          <a:prstGeom prst="ellipse">
            <a:avLst/>
          </a:prstGeom>
          <a:noFill/>
          <a:ln w="317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58D5AC1-205A-C074-9EC5-2A14ED2A595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55663" y="3484880"/>
            <a:ext cx="1803400" cy="736600"/>
          </a:xfrm>
        </p:spPr>
        <p:txBody>
          <a:bodyPr>
            <a:normAutofit/>
          </a:bodyPr>
          <a:lstStyle>
            <a:lvl1pPr marL="0" indent="0" algn="ctr">
              <a:buNone/>
              <a:defRPr sz="450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>
                <a:latin typeface="+mj-lt"/>
              </a:defRPr>
            </a:lvl2pPr>
            <a:lvl3pPr marL="914400" indent="0">
              <a:buNone/>
              <a:defRPr>
                <a:latin typeface="+mj-lt"/>
              </a:defRPr>
            </a:lvl3pPr>
            <a:lvl4pPr marL="1371600" indent="0">
              <a:buNone/>
              <a:defRPr>
                <a:latin typeface="+mj-lt"/>
              </a:defRPr>
            </a:lvl4pPr>
            <a:lvl5pPr marL="1828800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FEC317DA-C42B-17D9-0E1F-7E16B2F61443}"/>
              </a:ext>
            </a:extLst>
          </p:cNvPr>
          <p:cNvSpPr/>
          <p:nvPr userDrawn="1"/>
        </p:nvSpPr>
        <p:spPr>
          <a:xfrm>
            <a:off x="726383" y="5369616"/>
            <a:ext cx="2067601" cy="284480"/>
          </a:xfrm>
          <a:prstGeom prst="roundRect">
            <a:avLst>
              <a:gd name="adj" fmla="val 50000"/>
            </a:avLst>
          </a:prstGeom>
          <a:noFill/>
          <a:ln w="317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BC2BFA1-AEFE-A90C-8C0C-1AF7524A699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3763" y="5438653"/>
            <a:ext cx="1727200" cy="215444"/>
          </a:xfrm>
        </p:spPr>
        <p:txBody>
          <a:bodyPr>
            <a:normAutofit/>
          </a:bodyPr>
          <a:lstStyle>
            <a:lvl1pPr marL="0" indent="0" algn="ctr">
              <a:buNone/>
              <a:defRPr sz="110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200"/>
            </a:lvl3pPr>
          </a:lstStyle>
          <a:p>
            <a:pPr lvl="0"/>
            <a:r>
              <a:rPr lang="en-GB" dirty="0"/>
              <a:t>CALL TO ACTION</a:t>
            </a:r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0FE0275-A4FB-3733-D96F-FBB6C78868A4}"/>
              </a:ext>
            </a:extLst>
          </p:cNvPr>
          <p:cNvSpPr/>
          <p:nvPr userDrawn="1"/>
        </p:nvSpPr>
        <p:spPr>
          <a:xfrm>
            <a:off x="3327399" y="2737271"/>
            <a:ext cx="2072625" cy="2072625"/>
          </a:xfrm>
          <a:prstGeom prst="ellipse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B8B322B-411B-7743-CA0B-FD80B70181C7}"/>
              </a:ext>
            </a:extLst>
          </p:cNvPr>
          <p:cNvSpPr/>
          <p:nvPr userDrawn="1"/>
        </p:nvSpPr>
        <p:spPr>
          <a:xfrm>
            <a:off x="3461587" y="2871459"/>
            <a:ext cx="1804248" cy="1804248"/>
          </a:xfrm>
          <a:prstGeom prst="ellipse">
            <a:avLst/>
          </a:prstGeom>
          <a:noFill/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FD86AD94-26AD-A0B3-9F66-6241C0CAF3E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61703" y="3484880"/>
            <a:ext cx="1803400" cy="736600"/>
          </a:xfrm>
        </p:spPr>
        <p:txBody>
          <a:bodyPr>
            <a:normAutofit/>
          </a:bodyPr>
          <a:lstStyle>
            <a:lvl1pPr marL="0" indent="0" algn="ctr">
              <a:buNone/>
              <a:defRPr sz="45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>
                <a:latin typeface="+mj-lt"/>
              </a:defRPr>
            </a:lvl2pPr>
            <a:lvl3pPr marL="914400" indent="0">
              <a:buNone/>
              <a:defRPr>
                <a:latin typeface="+mj-lt"/>
              </a:defRPr>
            </a:lvl3pPr>
            <a:lvl4pPr marL="1371600" indent="0">
              <a:buNone/>
              <a:defRPr>
                <a:latin typeface="+mj-lt"/>
              </a:defRPr>
            </a:lvl4pPr>
            <a:lvl5pPr marL="1828800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8051E6B8-5D1A-CE65-DF52-3774C520120B}"/>
              </a:ext>
            </a:extLst>
          </p:cNvPr>
          <p:cNvSpPr/>
          <p:nvPr userDrawn="1"/>
        </p:nvSpPr>
        <p:spPr>
          <a:xfrm>
            <a:off x="3332423" y="5369616"/>
            <a:ext cx="2067601" cy="28448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5DAD1EA8-A397-A34C-BB1B-8DCF5C93518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99803" y="5438653"/>
            <a:ext cx="1727200" cy="215444"/>
          </a:xfrm>
        </p:spPr>
        <p:txBody>
          <a:bodyPr>
            <a:norm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200"/>
            </a:lvl3pPr>
          </a:lstStyle>
          <a:p>
            <a:pPr lvl="0"/>
            <a:r>
              <a:rPr lang="en-GB" dirty="0"/>
              <a:t>CALL TO ACTION</a:t>
            </a:r>
            <a:endParaRPr lang="en-US" dirty="0"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7B02AA63-E962-9DD6-C443-F3E6A5D785EB}"/>
              </a:ext>
            </a:extLst>
          </p:cNvPr>
          <p:cNvSpPr/>
          <p:nvPr userDrawn="1"/>
        </p:nvSpPr>
        <p:spPr>
          <a:xfrm>
            <a:off x="3384467" y="5397532"/>
            <a:ext cx="1982011" cy="226873"/>
          </a:xfrm>
          <a:prstGeom prst="roundRect">
            <a:avLst>
              <a:gd name="adj" fmla="val 50000"/>
            </a:avLst>
          </a:prstGeom>
          <a:noFill/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64E0710-EA24-A462-892F-BA2A5D7FE3E0}"/>
              </a:ext>
            </a:extLst>
          </p:cNvPr>
          <p:cNvSpPr/>
          <p:nvPr userDrawn="1"/>
        </p:nvSpPr>
        <p:spPr>
          <a:xfrm>
            <a:off x="6108074" y="2737271"/>
            <a:ext cx="2072625" cy="2072625"/>
          </a:xfrm>
          <a:prstGeom prst="ellipse">
            <a:avLst/>
          </a:prstGeom>
          <a:solidFill>
            <a:schemeClr val="accent4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5067A7E-86C3-9E16-06F5-D9436095D5C2}"/>
              </a:ext>
            </a:extLst>
          </p:cNvPr>
          <p:cNvSpPr/>
          <p:nvPr userDrawn="1"/>
        </p:nvSpPr>
        <p:spPr>
          <a:xfrm>
            <a:off x="6242262" y="2871459"/>
            <a:ext cx="1804248" cy="1804248"/>
          </a:xfrm>
          <a:prstGeom prst="ellipse">
            <a:avLst/>
          </a:prstGeom>
          <a:noFill/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9D33DF63-C754-E3B0-26BA-6243367027B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42378" y="3484880"/>
            <a:ext cx="1803400" cy="736600"/>
          </a:xfrm>
        </p:spPr>
        <p:txBody>
          <a:bodyPr>
            <a:normAutofit/>
          </a:bodyPr>
          <a:lstStyle>
            <a:lvl1pPr marL="0" indent="0" algn="ctr">
              <a:buNone/>
              <a:defRPr sz="450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>
                <a:latin typeface="+mj-lt"/>
              </a:defRPr>
            </a:lvl2pPr>
            <a:lvl3pPr marL="914400" indent="0">
              <a:buNone/>
              <a:defRPr>
                <a:latin typeface="+mj-lt"/>
              </a:defRPr>
            </a:lvl3pPr>
            <a:lvl4pPr marL="1371600" indent="0">
              <a:buNone/>
              <a:defRPr>
                <a:latin typeface="+mj-lt"/>
              </a:defRPr>
            </a:lvl4pPr>
            <a:lvl5pPr marL="1828800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C915BE69-FB7A-A43B-AB73-3ABE393840D5}"/>
              </a:ext>
            </a:extLst>
          </p:cNvPr>
          <p:cNvSpPr/>
          <p:nvPr userDrawn="1"/>
        </p:nvSpPr>
        <p:spPr>
          <a:xfrm>
            <a:off x="6113098" y="5369616"/>
            <a:ext cx="2067601" cy="28448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A2C130A4-0652-D4B7-A353-F158F027FFE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80478" y="5438653"/>
            <a:ext cx="1727200" cy="215444"/>
          </a:xfrm>
        </p:spPr>
        <p:txBody>
          <a:bodyPr>
            <a:normAutofit/>
          </a:bodyPr>
          <a:lstStyle>
            <a:lvl1pPr marL="0" indent="0" algn="ctr">
              <a:buNone/>
              <a:defRPr sz="110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200"/>
            </a:lvl3pPr>
          </a:lstStyle>
          <a:p>
            <a:pPr lvl="0"/>
            <a:r>
              <a:rPr lang="en-GB" dirty="0"/>
              <a:t>CALL TO ACTION</a:t>
            </a:r>
            <a:endParaRPr lang="en-US" dirty="0"/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828B5639-AF68-F86E-0C1C-9FC07BE4EE97}"/>
              </a:ext>
            </a:extLst>
          </p:cNvPr>
          <p:cNvSpPr/>
          <p:nvPr userDrawn="1"/>
        </p:nvSpPr>
        <p:spPr>
          <a:xfrm>
            <a:off x="6165142" y="5397532"/>
            <a:ext cx="1982011" cy="226873"/>
          </a:xfrm>
          <a:prstGeom prst="roundRect">
            <a:avLst>
              <a:gd name="adj" fmla="val 50000"/>
            </a:avLst>
          </a:prstGeom>
          <a:noFill/>
          <a:ln w="31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4880539-A552-7F25-7CAF-99DCCE96CDE1}"/>
              </a:ext>
            </a:extLst>
          </p:cNvPr>
          <p:cNvSpPr/>
          <p:nvPr userDrawn="1"/>
        </p:nvSpPr>
        <p:spPr>
          <a:xfrm>
            <a:off x="8730826" y="2737271"/>
            <a:ext cx="2072625" cy="2072625"/>
          </a:xfrm>
          <a:prstGeom prst="ellipse">
            <a:avLst/>
          </a:prstGeom>
          <a:noFill/>
          <a:ln w="31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B4A2B2AB-2E07-AA3E-EB6F-50576003C9B5}"/>
              </a:ext>
            </a:extLst>
          </p:cNvPr>
          <p:cNvSpPr/>
          <p:nvPr userDrawn="1"/>
        </p:nvSpPr>
        <p:spPr>
          <a:xfrm>
            <a:off x="8865014" y="2871459"/>
            <a:ext cx="1804248" cy="1804248"/>
          </a:xfrm>
          <a:prstGeom prst="ellipse">
            <a:avLst/>
          </a:prstGeom>
          <a:noFill/>
          <a:ln w="31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CDC41735-C29B-9495-D2BA-DE6A726E87B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865130" y="3484880"/>
            <a:ext cx="1803400" cy="736600"/>
          </a:xfrm>
        </p:spPr>
        <p:txBody>
          <a:bodyPr>
            <a:normAutofit/>
          </a:bodyPr>
          <a:lstStyle>
            <a:lvl1pPr marL="0" indent="0" algn="ctr">
              <a:buNone/>
              <a:defRPr sz="450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>
                <a:latin typeface="+mj-lt"/>
              </a:defRPr>
            </a:lvl2pPr>
            <a:lvl3pPr marL="914400" indent="0">
              <a:buNone/>
              <a:defRPr>
                <a:latin typeface="+mj-lt"/>
              </a:defRPr>
            </a:lvl3pPr>
            <a:lvl4pPr marL="1371600" indent="0">
              <a:buNone/>
              <a:defRPr>
                <a:latin typeface="+mj-lt"/>
              </a:defRPr>
            </a:lvl4pPr>
            <a:lvl5pPr marL="1828800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2F5B4582-7E29-D2A7-F2DA-6CB62DE2F283}"/>
              </a:ext>
            </a:extLst>
          </p:cNvPr>
          <p:cNvSpPr/>
          <p:nvPr userDrawn="1"/>
        </p:nvSpPr>
        <p:spPr>
          <a:xfrm>
            <a:off x="8735850" y="5369616"/>
            <a:ext cx="2067601" cy="284480"/>
          </a:xfrm>
          <a:prstGeom prst="roundRect">
            <a:avLst>
              <a:gd name="adj" fmla="val 50000"/>
            </a:avLst>
          </a:prstGeom>
          <a:noFill/>
          <a:ln w="31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CE98802E-EF3D-81C7-1132-87602E60748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903230" y="5438653"/>
            <a:ext cx="1727200" cy="215444"/>
          </a:xfrm>
        </p:spPr>
        <p:txBody>
          <a:bodyPr>
            <a:normAutofit/>
          </a:bodyPr>
          <a:lstStyle>
            <a:lvl1pPr marL="0" indent="0" algn="ctr">
              <a:buNone/>
              <a:defRPr sz="110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200"/>
            </a:lvl3pPr>
          </a:lstStyle>
          <a:p>
            <a:pPr lvl="0"/>
            <a:r>
              <a:rPr lang="en-GB" dirty="0"/>
              <a:t>CALL TO ACTION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18890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39671981-6717-F825-B9D7-1E9E12DBB918}"/>
              </a:ext>
            </a:extLst>
          </p:cNvPr>
          <p:cNvSpPr/>
          <p:nvPr userDrawn="1"/>
        </p:nvSpPr>
        <p:spPr>
          <a:xfrm>
            <a:off x="416026" y="1132040"/>
            <a:ext cx="1125084" cy="112508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04CFB7-E7D1-0CE5-E5E7-A38355AA3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8113" y="6403934"/>
            <a:ext cx="311806" cy="365120"/>
          </a:xfrm>
        </p:spPr>
        <p:txBody>
          <a:bodyPr/>
          <a:lstStyle/>
          <a:p>
            <a:fld id="{BD3A8CDB-6ED7-3248-93F3-36B845814950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3ABBEF4C-A0CC-7F5E-CFBF-7B9466135F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73595" y="6403934"/>
            <a:ext cx="441681" cy="365125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/>
            </a:lvl1pPr>
          </a:lstStyle>
          <a:p>
            <a:pPr algn="r"/>
            <a:fld id="{EA84C60B-F168-724B-9D3E-48701E2302BB}" type="datetimeFigureOut">
              <a:rPr lang="en-US" smtClean="0"/>
              <a:pPr algn="r"/>
              <a:t>3/6/2026</a:t>
            </a:fld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EE72FF7-D5A2-F67F-D9A3-50D7435E6B84}"/>
              </a:ext>
            </a:extLst>
          </p:cNvPr>
          <p:cNvSpPr txBox="1"/>
          <p:nvPr userDrawn="1"/>
        </p:nvSpPr>
        <p:spPr>
          <a:xfrm>
            <a:off x="11482590" y="6525778"/>
            <a:ext cx="8552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800" b="0" i="0" dirty="0">
                <a:latin typeface="Safiro" pitchFamily="2" charset="77"/>
              </a:rPr>
              <a:t>&gt;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4CE9CBB-5027-F03A-CC67-78DB6F7E2BA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54847" y="1577337"/>
            <a:ext cx="6549073" cy="3888727"/>
          </a:xfrm>
        </p:spPr>
        <p:txBody>
          <a:bodyPr>
            <a:noAutofit/>
          </a:bodyPr>
          <a:lstStyle>
            <a:lvl1pPr marL="0" indent="0">
              <a:buNone/>
              <a:defRPr sz="1000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tx2"/>
                </a:solidFill>
                <a:latin typeface="+mj-lt"/>
              </a:defRPr>
            </a:lvl2pPr>
            <a:lvl3pPr marL="914400" indent="0">
              <a:buNone/>
              <a:defRPr>
                <a:solidFill>
                  <a:schemeClr val="tx2"/>
                </a:solidFill>
                <a:latin typeface="+mj-lt"/>
              </a:defRPr>
            </a:lvl3pPr>
            <a:lvl4pPr marL="1371600" indent="0">
              <a:buNone/>
              <a:defRPr>
                <a:solidFill>
                  <a:schemeClr val="tx2"/>
                </a:solidFill>
                <a:latin typeface="+mj-lt"/>
              </a:defRPr>
            </a:lvl4pPr>
            <a:lvl5pPr marL="1828800" indent="0">
              <a:buNone/>
              <a:defRPr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Big Titles Go Here</a:t>
            </a:r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F2E219B9-4671-E689-6E41-72C9AF03B8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7695" y="1354463"/>
            <a:ext cx="977265" cy="758806"/>
          </a:xfrm>
        </p:spPr>
        <p:txBody>
          <a:bodyPr>
            <a:noAutofit/>
          </a:bodyPr>
          <a:lstStyle>
            <a:lvl1pPr marL="0" indent="0">
              <a:buNone/>
              <a:defRPr sz="5000">
                <a:solidFill>
                  <a:schemeClr val="tx2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1200"/>
            </a:lvl2pPr>
            <a:lvl3pPr marL="1085850" indent="-171450">
              <a:buFont typeface="Arial" panose="020B0604020202020204" pitchFamily="34" charset="0"/>
              <a:buChar char="•"/>
              <a:defRPr sz="12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GB" dirty="0"/>
              <a:t>01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929BB31-4126-B091-69B4-6F6ED1F69023}"/>
              </a:ext>
            </a:extLst>
          </p:cNvPr>
          <p:cNvCxnSpPr>
            <a:cxnSpLocks/>
          </p:cNvCxnSpPr>
          <p:nvPr userDrawn="1"/>
        </p:nvCxnSpPr>
        <p:spPr>
          <a:xfrm>
            <a:off x="317696" y="457200"/>
            <a:ext cx="11556609" cy="0"/>
          </a:xfrm>
          <a:prstGeom prst="line">
            <a:avLst/>
          </a:prstGeom>
          <a:ln w="3175">
            <a:solidFill>
              <a:srgbClr val="7D7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BA9EE27-1968-B5C2-1036-20D07D261199}"/>
              </a:ext>
            </a:extLst>
          </p:cNvPr>
          <p:cNvCxnSpPr>
            <a:cxnSpLocks/>
          </p:cNvCxnSpPr>
          <p:nvPr userDrawn="1"/>
        </p:nvCxnSpPr>
        <p:spPr>
          <a:xfrm>
            <a:off x="317696" y="6405613"/>
            <a:ext cx="11556609" cy="0"/>
          </a:xfrm>
          <a:prstGeom prst="line">
            <a:avLst/>
          </a:prstGeom>
          <a:ln w="3175">
            <a:solidFill>
              <a:srgbClr val="7D7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6A57852D-9BFC-F6B2-C3A4-DB8BD67416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125506" y="4324096"/>
            <a:ext cx="1979373" cy="1676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6099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33335B92-46B7-D557-472F-037766ADEE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 rot="1800000">
            <a:off x="4889888" y="-661434"/>
            <a:ext cx="3845879" cy="7691758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04CFB7-E7D1-0CE5-E5E7-A38355AA3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8113" y="6403934"/>
            <a:ext cx="311806" cy="365120"/>
          </a:xfrm>
        </p:spPr>
        <p:txBody>
          <a:bodyPr/>
          <a:lstStyle/>
          <a:p>
            <a:fld id="{BD3A8CDB-6ED7-3248-93F3-36B845814950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3ABBEF4C-A0CC-7F5E-CFBF-7B9466135F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73595" y="6403934"/>
            <a:ext cx="441681" cy="365125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/>
            </a:lvl1pPr>
          </a:lstStyle>
          <a:p>
            <a:pPr algn="r"/>
            <a:fld id="{EA84C60B-F168-724B-9D3E-48701E2302BB}" type="datetimeFigureOut">
              <a:rPr lang="en-US" smtClean="0"/>
              <a:pPr algn="r"/>
              <a:t>3/6/2026</a:t>
            </a:fld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EE72FF7-D5A2-F67F-D9A3-50D7435E6B84}"/>
              </a:ext>
            </a:extLst>
          </p:cNvPr>
          <p:cNvSpPr txBox="1"/>
          <p:nvPr userDrawn="1"/>
        </p:nvSpPr>
        <p:spPr>
          <a:xfrm>
            <a:off x="11482590" y="6525778"/>
            <a:ext cx="8552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800" b="0" i="0" dirty="0">
                <a:latin typeface="Safiro" pitchFamily="2" charset="77"/>
              </a:rPr>
              <a:t>&gt;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4CE9CBB-5027-F03A-CC67-78DB6F7E2BA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7375" y="1493520"/>
            <a:ext cx="4573905" cy="1087755"/>
          </a:xfrm>
        </p:spPr>
        <p:txBody>
          <a:bodyPr>
            <a:noAutofit/>
          </a:bodyPr>
          <a:lstStyle>
            <a:lvl1pPr marL="0" indent="0">
              <a:buNone/>
              <a:defRPr sz="360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tx2"/>
                </a:solidFill>
                <a:latin typeface="+mj-lt"/>
              </a:defRPr>
            </a:lvl2pPr>
            <a:lvl3pPr marL="914400" indent="0">
              <a:buNone/>
              <a:defRPr>
                <a:solidFill>
                  <a:schemeClr val="tx2"/>
                </a:solidFill>
                <a:latin typeface="+mj-lt"/>
              </a:defRPr>
            </a:lvl3pPr>
            <a:lvl4pPr marL="1371600" indent="0">
              <a:buNone/>
              <a:defRPr>
                <a:solidFill>
                  <a:schemeClr val="tx2"/>
                </a:solidFill>
                <a:latin typeface="+mj-lt"/>
              </a:defRPr>
            </a:lvl4pPr>
            <a:lvl5pPr marL="1828800" indent="0">
              <a:buNone/>
              <a:defRPr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Click to edit text here looking cool</a:t>
            </a:r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F2E219B9-4671-E689-6E41-72C9AF03B85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5" y="2835275"/>
            <a:ext cx="3760788" cy="233680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628650" indent="-171450">
              <a:buFont typeface="Arial" panose="020B0604020202020204" pitchFamily="34" charset="0"/>
              <a:buChar char="•"/>
              <a:defRPr sz="1200"/>
            </a:lvl2pPr>
            <a:lvl3pPr marL="1085850" indent="-171450">
              <a:buFont typeface="Arial" panose="020B0604020202020204" pitchFamily="34" charset="0"/>
              <a:buChar char="•"/>
              <a:defRPr sz="12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929BB31-4126-B091-69B4-6F6ED1F69023}"/>
              </a:ext>
            </a:extLst>
          </p:cNvPr>
          <p:cNvCxnSpPr>
            <a:cxnSpLocks/>
          </p:cNvCxnSpPr>
          <p:nvPr userDrawn="1"/>
        </p:nvCxnSpPr>
        <p:spPr>
          <a:xfrm>
            <a:off x="317696" y="457200"/>
            <a:ext cx="11556609" cy="0"/>
          </a:xfrm>
          <a:prstGeom prst="line">
            <a:avLst/>
          </a:prstGeom>
          <a:ln w="3175">
            <a:solidFill>
              <a:srgbClr val="7D7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14979FF3-7BAD-352E-8E0F-86A35DF5C31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575294" y="1371966"/>
            <a:ext cx="6016625" cy="4125912"/>
          </a:xfrm>
        </p:spPr>
        <p:txBody>
          <a:bodyPr/>
          <a:lstStyle/>
          <a:p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35DB536D-B6FF-A23E-C35D-A2593E9EEDD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70000"/>
          </a:blip>
          <a:srcRect/>
          <a:stretch/>
        </p:blipFill>
        <p:spPr>
          <a:xfrm rot="12600000">
            <a:off x="8855895" y="157795"/>
            <a:ext cx="3845879" cy="7691758"/>
          </a:xfrm>
          <a:prstGeom prst="rect">
            <a:avLst/>
          </a:prstGeom>
        </p:spPr>
      </p:pic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BA9EE27-1968-B5C2-1036-20D07D261199}"/>
              </a:ext>
            </a:extLst>
          </p:cNvPr>
          <p:cNvCxnSpPr>
            <a:cxnSpLocks/>
          </p:cNvCxnSpPr>
          <p:nvPr userDrawn="1"/>
        </p:nvCxnSpPr>
        <p:spPr>
          <a:xfrm>
            <a:off x="317696" y="6405613"/>
            <a:ext cx="11556609" cy="0"/>
          </a:xfrm>
          <a:prstGeom prst="line">
            <a:avLst/>
          </a:prstGeom>
          <a:ln w="3175">
            <a:solidFill>
              <a:srgbClr val="7D7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629B5960-00F7-A37D-F58E-94AD9953B49E}"/>
              </a:ext>
            </a:extLst>
          </p:cNvPr>
          <p:cNvSpPr txBox="1"/>
          <p:nvPr userDrawn="1"/>
        </p:nvSpPr>
        <p:spPr>
          <a:xfrm>
            <a:off x="9298004" y="200252"/>
            <a:ext cx="2576301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800" b="0" i="0" dirty="0">
                <a:latin typeface="Safiro" pitchFamily="2" charset="77"/>
              </a:rPr>
              <a:t>PROPOSAL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0F6C51A-AE05-2B20-0FAD-7AEA196C722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674679" y="3754120"/>
            <a:ext cx="215900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2186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04CFB7-E7D1-0CE5-E5E7-A38355AA3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8113" y="6403934"/>
            <a:ext cx="311806" cy="365120"/>
          </a:xfrm>
        </p:spPr>
        <p:txBody>
          <a:bodyPr/>
          <a:lstStyle/>
          <a:p>
            <a:fld id="{BD3A8CDB-6ED7-3248-93F3-36B845814950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3ABBEF4C-A0CC-7F5E-CFBF-7B9466135F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73595" y="6403934"/>
            <a:ext cx="441681" cy="365125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/>
            </a:lvl1pPr>
          </a:lstStyle>
          <a:p>
            <a:pPr algn="r"/>
            <a:fld id="{EA84C60B-F168-724B-9D3E-48701E2302BB}" type="datetimeFigureOut">
              <a:rPr lang="en-US" smtClean="0"/>
              <a:pPr algn="r"/>
              <a:t>3/6/2026</a:t>
            </a:fld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EE72FF7-D5A2-F67F-D9A3-50D7435E6B84}"/>
              </a:ext>
            </a:extLst>
          </p:cNvPr>
          <p:cNvSpPr txBox="1"/>
          <p:nvPr userDrawn="1"/>
        </p:nvSpPr>
        <p:spPr>
          <a:xfrm>
            <a:off x="11482590" y="6525778"/>
            <a:ext cx="8552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800" b="0" i="0" dirty="0">
                <a:latin typeface="Safiro" pitchFamily="2" charset="77"/>
              </a:rPr>
              <a:t>&gt;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4CE9CBB-5027-F03A-CC67-78DB6F7E2BA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88926" y="1493520"/>
            <a:ext cx="4573905" cy="1087755"/>
          </a:xfrm>
        </p:spPr>
        <p:txBody>
          <a:bodyPr>
            <a:noAutofit/>
          </a:bodyPr>
          <a:lstStyle>
            <a:lvl1pPr marL="0" indent="0">
              <a:buNone/>
              <a:defRPr sz="360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tx2"/>
                </a:solidFill>
                <a:latin typeface="+mj-lt"/>
              </a:defRPr>
            </a:lvl2pPr>
            <a:lvl3pPr marL="914400" indent="0">
              <a:buNone/>
              <a:defRPr>
                <a:solidFill>
                  <a:schemeClr val="tx2"/>
                </a:solidFill>
                <a:latin typeface="+mj-lt"/>
              </a:defRPr>
            </a:lvl3pPr>
            <a:lvl4pPr marL="1371600" indent="0">
              <a:buNone/>
              <a:defRPr>
                <a:solidFill>
                  <a:schemeClr val="tx2"/>
                </a:solidFill>
                <a:latin typeface="+mj-lt"/>
              </a:defRPr>
            </a:lvl4pPr>
            <a:lvl5pPr marL="1828800" indent="0">
              <a:buNone/>
              <a:defRPr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Click to edit text here looking cool</a:t>
            </a:r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F2E219B9-4671-E689-6E41-72C9AF03B85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88926" y="2835275"/>
            <a:ext cx="3760788" cy="233680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628650" indent="-171450">
              <a:buFont typeface="Arial" panose="020B0604020202020204" pitchFamily="34" charset="0"/>
              <a:buChar char="•"/>
              <a:defRPr sz="1200"/>
            </a:lvl2pPr>
            <a:lvl3pPr marL="1085850" indent="-171450">
              <a:buFont typeface="Arial" panose="020B0604020202020204" pitchFamily="34" charset="0"/>
              <a:buChar char="•"/>
              <a:defRPr sz="12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929BB31-4126-B091-69B4-6F6ED1F69023}"/>
              </a:ext>
            </a:extLst>
          </p:cNvPr>
          <p:cNvCxnSpPr>
            <a:cxnSpLocks/>
          </p:cNvCxnSpPr>
          <p:nvPr userDrawn="1"/>
        </p:nvCxnSpPr>
        <p:spPr>
          <a:xfrm>
            <a:off x="317696" y="457200"/>
            <a:ext cx="11556609" cy="0"/>
          </a:xfrm>
          <a:prstGeom prst="line">
            <a:avLst/>
          </a:prstGeom>
          <a:ln w="3175">
            <a:solidFill>
              <a:srgbClr val="7D7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14979FF3-7BAD-352E-8E0F-86A35DF5C31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2897" y="1268"/>
            <a:ext cx="5022400" cy="6856732"/>
          </a:xfr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35DB536D-B6FF-A23E-C35D-A2593E9EEDD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70000"/>
          </a:blip>
          <a:srcRect t="36658" b="-1644"/>
          <a:stretch/>
        </p:blipFill>
        <p:spPr>
          <a:xfrm rot="16200000">
            <a:off x="424459" y="-424462"/>
            <a:ext cx="2832307" cy="3681226"/>
          </a:xfrm>
          <a:prstGeom prst="rect">
            <a:avLst/>
          </a:prstGeom>
        </p:spPr>
      </p:pic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BA9EE27-1968-B5C2-1036-20D07D261199}"/>
              </a:ext>
            </a:extLst>
          </p:cNvPr>
          <p:cNvCxnSpPr>
            <a:cxnSpLocks/>
          </p:cNvCxnSpPr>
          <p:nvPr userDrawn="1"/>
        </p:nvCxnSpPr>
        <p:spPr>
          <a:xfrm>
            <a:off x="317696" y="6405613"/>
            <a:ext cx="11556609" cy="0"/>
          </a:xfrm>
          <a:prstGeom prst="line">
            <a:avLst/>
          </a:prstGeom>
          <a:ln w="3175">
            <a:solidFill>
              <a:srgbClr val="7D7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629B5960-00F7-A37D-F58E-94AD9953B49E}"/>
              </a:ext>
            </a:extLst>
          </p:cNvPr>
          <p:cNvSpPr txBox="1"/>
          <p:nvPr userDrawn="1"/>
        </p:nvSpPr>
        <p:spPr>
          <a:xfrm>
            <a:off x="9298004" y="200252"/>
            <a:ext cx="2576301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800" b="0" i="0" dirty="0">
                <a:latin typeface="Safiro" pitchFamily="2" charset="77"/>
              </a:rPr>
              <a:t>PROPOSAL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F7E6A67-478B-95BD-D92A-67DF9A7E0238}"/>
              </a:ext>
            </a:extLst>
          </p:cNvPr>
          <p:cNvCxnSpPr>
            <a:cxnSpLocks/>
          </p:cNvCxnSpPr>
          <p:nvPr userDrawn="1"/>
        </p:nvCxnSpPr>
        <p:spPr>
          <a:xfrm>
            <a:off x="317696" y="457200"/>
            <a:ext cx="11556609" cy="0"/>
          </a:xfrm>
          <a:prstGeom prst="line">
            <a:avLst/>
          </a:prstGeom>
          <a:ln w="3175">
            <a:solidFill>
              <a:srgbClr val="7D7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DDDCAE4-10AF-CA9A-CDF4-80FBC93C1F36}"/>
              </a:ext>
            </a:extLst>
          </p:cNvPr>
          <p:cNvCxnSpPr>
            <a:cxnSpLocks/>
          </p:cNvCxnSpPr>
          <p:nvPr userDrawn="1"/>
        </p:nvCxnSpPr>
        <p:spPr>
          <a:xfrm>
            <a:off x="317696" y="6405613"/>
            <a:ext cx="11556609" cy="0"/>
          </a:xfrm>
          <a:prstGeom prst="line">
            <a:avLst/>
          </a:prstGeom>
          <a:ln w="3175">
            <a:solidFill>
              <a:srgbClr val="7D7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A red and black logo&#10;&#10;Description automatically generated">
            <a:extLst>
              <a:ext uri="{FF2B5EF4-FFF2-40B4-BE49-F238E27FC236}">
                <a16:creationId xmlns:a16="http://schemas.microsoft.com/office/drawing/2014/main" id="{0D117A5F-264D-7598-45B3-B7D8A74E2D1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20872" y="169090"/>
            <a:ext cx="869754" cy="19596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A44FA50-802B-0CC4-D17D-ECFA4CDA1923}"/>
              </a:ext>
            </a:extLst>
          </p:cNvPr>
          <p:cNvSpPr txBox="1"/>
          <p:nvPr userDrawn="1"/>
        </p:nvSpPr>
        <p:spPr>
          <a:xfrm>
            <a:off x="312081" y="6525778"/>
            <a:ext cx="2576301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800" b="0" i="0" dirty="0">
                <a:latin typeface="Safiro" pitchFamily="2" charset="77"/>
              </a:rPr>
              <a:t>PROMPTAIGLOBAL.COM</a:t>
            </a:r>
          </a:p>
        </p:txBody>
      </p:sp>
    </p:spTree>
    <p:extLst>
      <p:ext uri="{BB962C8B-B14F-4D97-AF65-F5344CB8AC3E}">
        <p14:creationId xmlns:p14="http://schemas.microsoft.com/office/powerpoint/2010/main" val="39255533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04CFB7-E7D1-0CE5-E5E7-A38355AA3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8113" y="6403934"/>
            <a:ext cx="311806" cy="365120"/>
          </a:xfrm>
        </p:spPr>
        <p:txBody>
          <a:bodyPr/>
          <a:lstStyle/>
          <a:p>
            <a:fld id="{BD3A8CDB-6ED7-3248-93F3-36B845814950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3ABBEF4C-A0CC-7F5E-CFBF-7B9466135F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73595" y="6403934"/>
            <a:ext cx="441681" cy="365125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/>
            </a:lvl1pPr>
          </a:lstStyle>
          <a:p>
            <a:pPr algn="r"/>
            <a:fld id="{EA84C60B-F168-724B-9D3E-48701E2302BB}" type="datetimeFigureOut">
              <a:rPr lang="en-US" smtClean="0"/>
              <a:pPr algn="r"/>
              <a:t>3/6/2026</a:t>
            </a:fld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EE72FF7-D5A2-F67F-D9A3-50D7435E6B84}"/>
              </a:ext>
            </a:extLst>
          </p:cNvPr>
          <p:cNvSpPr txBox="1"/>
          <p:nvPr userDrawn="1"/>
        </p:nvSpPr>
        <p:spPr>
          <a:xfrm>
            <a:off x="11482590" y="6525778"/>
            <a:ext cx="8552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800" b="0" i="0" dirty="0">
                <a:latin typeface="Safiro" pitchFamily="2" charset="77"/>
              </a:rPr>
              <a:t>&gt;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4CE9CBB-5027-F03A-CC67-78DB6F7E2BA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7375" y="1142048"/>
            <a:ext cx="8302625" cy="525288"/>
          </a:xfrm>
        </p:spPr>
        <p:txBody>
          <a:bodyPr>
            <a:noAutofit/>
          </a:bodyPr>
          <a:lstStyle>
            <a:lvl1pPr marL="0" indent="0">
              <a:buNone/>
              <a:defRPr sz="360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tx2"/>
                </a:solidFill>
                <a:latin typeface="+mj-lt"/>
              </a:defRPr>
            </a:lvl2pPr>
            <a:lvl3pPr marL="914400" indent="0">
              <a:buNone/>
              <a:defRPr>
                <a:solidFill>
                  <a:schemeClr val="tx2"/>
                </a:solidFill>
                <a:latin typeface="+mj-lt"/>
              </a:defRPr>
            </a:lvl3pPr>
            <a:lvl4pPr marL="1371600" indent="0">
              <a:buNone/>
              <a:defRPr>
                <a:solidFill>
                  <a:schemeClr val="tx2"/>
                </a:solidFill>
                <a:latin typeface="+mj-lt"/>
              </a:defRPr>
            </a:lvl4pPr>
            <a:lvl5pPr marL="1828800" indent="0">
              <a:buNone/>
              <a:defRPr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Click to edit text here looking cool</a:t>
            </a:r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F2E219B9-4671-E689-6E41-72C9AF03B85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4" y="1819735"/>
            <a:ext cx="9846946" cy="525283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Font typeface="Arial" panose="020B0604020202020204" pitchFamily="34" charset="0"/>
              <a:buNone/>
              <a:defRPr sz="1200"/>
            </a:lvl2pPr>
            <a:lvl3pPr marL="1085850" indent="-171450">
              <a:buFont typeface="Arial" panose="020B0604020202020204" pitchFamily="34" charset="0"/>
              <a:buChar char="•"/>
              <a:defRPr sz="12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929BB31-4126-B091-69B4-6F6ED1F69023}"/>
              </a:ext>
            </a:extLst>
          </p:cNvPr>
          <p:cNvCxnSpPr>
            <a:cxnSpLocks/>
          </p:cNvCxnSpPr>
          <p:nvPr userDrawn="1"/>
        </p:nvCxnSpPr>
        <p:spPr>
          <a:xfrm>
            <a:off x="317696" y="457200"/>
            <a:ext cx="11556609" cy="0"/>
          </a:xfrm>
          <a:prstGeom prst="line">
            <a:avLst/>
          </a:prstGeom>
          <a:ln w="3175">
            <a:solidFill>
              <a:srgbClr val="7D7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BA9EE27-1968-B5C2-1036-20D07D261199}"/>
              </a:ext>
            </a:extLst>
          </p:cNvPr>
          <p:cNvCxnSpPr>
            <a:cxnSpLocks/>
          </p:cNvCxnSpPr>
          <p:nvPr userDrawn="1"/>
        </p:nvCxnSpPr>
        <p:spPr>
          <a:xfrm>
            <a:off x="317696" y="6405613"/>
            <a:ext cx="11556609" cy="0"/>
          </a:xfrm>
          <a:prstGeom prst="line">
            <a:avLst/>
          </a:prstGeom>
          <a:ln w="3175">
            <a:solidFill>
              <a:srgbClr val="7D7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81298FB7-4241-734D-95CF-8F1636C6FD54}"/>
              </a:ext>
            </a:extLst>
          </p:cNvPr>
          <p:cNvSpPr/>
          <p:nvPr userDrawn="1"/>
        </p:nvSpPr>
        <p:spPr>
          <a:xfrm>
            <a:off x="721359" y="2737271"/>
            <a:ext cx="2072625" cy="2072625"/>
          </a:xfrm>
          <a:prstGeom prst="ellipse">
            <a:avLst/>
          </a:prstGeom>
          <a:noFill/>
          <a:ln w="317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AAFC38C-A379-6DD9-893E-6E8F2DF4AD0A}"/>
              </a:ext>
            </a:extLst>
          </p:cNvPr>
          <p:cNvSpPr/>
          <p:nvPr userDrawn="1"/>
        </p:nvSpPr>
        <p:spPr>
          <a:xfrm>
            <a:off x="855547" y="2871459"/>
            <a:ext cx="1804248" cy="1804248"/>
          </a:xfrm>
          <a:prstGeom prst="ellipse">
            <a:avLst/>
          </a:prstGeom>
          <a:noFill/>
          <a:ln w="317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58D5AC1-205A-C074-9EC5-2A14ED2A595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55663" y="3484880"/>
            <a:ext cx="1803400" cy="736600"/>
          </a:xfrm>
        </p:spPr>
        <p:txBody>
          <a:bodyPr>
            <a:normAutofit/>
          </a:bodyPr>
          <a:lstStyle>
            <a:lvl1pPr marL="0" indent="0" algn="ctr">
              <a:buNone/>
              <a:defRPr sz="450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>
                <a:latin typeface="+mj-lt"/>
              </a:defRPr>
            </a:lvl2pPr>
            <a:lvl3pPr marL="914400" indent="0">
              <a:buNone/>
              <a:defRPr>
                <a:latin typeface="+mj-lt"/>
              </a:defRPr>
            </a:lvl3pPr>
            <a:lvl4pPr marL="1371600" indent="0">
              <a:buNone/>
              <a:defRPr>
                <a:latin typeface="+mj-lt"/>
              </a:defRPr>
            </a:lvl4pPr>
            <a:lvl5pPr marL="1828800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FEC317DA-C42B-17D9-0E1F-7E16B2F61443}"/>
              </a:ext>
            </a:extLst>
          </p:cNvPr>
          <p:cNvSpPr/>
          <p:nvPr userDrawn="1"/>
        </p:nvSpPr>
        <p:spPr>
          <a:xfrm>
            <a:off x="726383" y="5369616"/>
            <a:ext cx="2067601" cy="284480"/>
          </a:xfrm>
          <a:prstGeom prst="roundRect">
            <a:avLst>
              <a:gd name="adj" fmla="val 50000"/>
            </a:avLst>
          </a:prstGeom>
          <a:noFill/>
          <a:ln w="317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BC2BFA1-AEFE-A90C-8C0C-1AF7524A699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3763" y="5438653"/>
            <a:ext cx="1727200" cy="215444"/>
          </a:xfrm>
        </p:spPr>
        <p:txBody>
          <a:bodyPr>
            <a:normAutofit/>
          </a:bodyPr>
          <a:lstStyle>
            <a:lvl1pPr marL="0" indent="0" algn="ctr">
              <a:buNone/>
              <a:defRPr sz="110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200"/>
            </a:lvl3pPr>
          </a:lstStyle>
          <a:p>
            <a:pPr lvl="0"/>
            <a:r>
              <a:rPr lang="en-GB" dirty="0"/>
              <a:t>CALL TO ACTION</a:t>
            </a:r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0FE0275-A4FB-3733-D96F-FBB6C78868A4}"/>
              </a:ext>
            </a:extLst>
          </p:cNvPr>
          <p:cNvSpPr/>
          <p:nvPr userDrawn="1"/>
        </p:nvSpPr>
        <p:spPr>
          <a:xfrm>
            <a:off x="3327399" y="2737271"/>
            <a:ext cx="2072625" cy="2072625"/>
          </a:xfrm>
          <a:prstGeom prst="ellipse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B8B322B-411B-7743-CA0B-FD80B70181C7}"/>
              </a:ext>
            </a:extLst>
          </p:cNvPr>
          <p:cNvSpPr/>
          <p:nvPr userDrawn="1"/>
        </p:nvSpPr>
        <p:spPr>
          <a:xfrm>
            <a:off x="3461587" y="2871459"/>
            <a:ext cx="1804248" cy="1804248"/>
          </a:xfrm>
          <a:prstGeom prst="ellipse">
            <a:avLst/>
          </a:prstGeom>
          <a:noFill/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FD86AD94-26AD-A0B3-9F66-6241C0CAF3E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61703" y="3484880"/>
            <a:ext cx="1803400" cy="736600"/>
          </a:xfrm>
        </p:spPr>
        <p:txBody>
          <a:bodyPr>
            <a:normAutofit/>
          </a:bodyPr>
          <a:lstStyle>
            <a:lvl1pPr marL="0" indent="0" algn="ctr">
              <a:buNone/>
              <a:defRPr sz="45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>
                <a:latin typeface="+mj-lt"/>
              </a:defRPr>
            </a:lvl2pPr>
            <a:lvl3pPr marL="914400" indent="0">
              <a:buNone/>
              <a:defRPr>
                <a:latin typeface="+mj-lt"/>
              </a:defRPr>
            </a:lvl3pPr>
            <a:lvl4pPr marL="1371600" indent="0">
              <a:buNone/>
              <a:defRPr>
                <a:latin typeface="+mj-lt"/>
              </a:defRPr>
            </a:lvl4pPr>
            <a:lvl5pPr marL="1828800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8051E6B8-5D1A-CE65-DF52-3774C520120B}"/>
              </a:ext>
            </a:extLst>
          </p:cNvPr>
          <p:cNvSpPr/>
          <p:nvPr userDrawn="1"/>
        </p:nvSpPr>
        <p:spPr>
          <a:xfrm>
            <a:off x="3332423" y="5369616"/>
            <a:ext cx="2067601" cy="28448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5DAD1EA8-A397-A34C-BB1B-8DCF5C93518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99803" y="5438653"/>
            <a:ext cx="1727200" cy="215444"/>
          </a:xfrm>
        </p:spPr>
        <p:txBody>
          <a:bodyPr>
            <a:norm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200"/>
            </a:lvl3pPr>
          </a:lstStyle>
          <a:p>
            <a:pPr lvl="0"/>
            <a:r>
              <a:rPr lang="en-GB" dirty="0"/>
              <a:t>CALL TO ACTION</a:t>
            </a:r>
            <a:endParaRPr lang="en-US" dirty="0"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7B02AA63-E962-9DD6-C443-F3E6A5D785EB}"/>
              </a:ext>
            </a:extLst>
          </p:cNvPr>
          <p:cNvSpPr/>
          <p:nvPr userDrawn="1"/>
        </p:nvSpPr>
        <p:spPr>
          <a:xfrm>
            <a:off x="3384467" y="5397532"/>
            <a:ext cx="1982011" cy="226873"/>
          </a:xfrm>
          <a:prstGeom prst="roundRect">
            <a:avLst>
              <a:gd name="adj" fmla="val 50000"/>
            </a:avLst>
          </a:prstGeom>
          <a:noFill/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64E0710-EA24-A462-892F-BA2A5D7FE3E0}"/>
              </a:ext>
            </a:extLst>
          </p:cNvPr>
          <p:cNvSpPr/>
          <p:nvPr userDrawn="1"/>
        </p:nvSpPr>
        <p:spPr>
          <a:xfrm>
            <a:off x="6108074" y="2737271"/>
            <a:ext cx="2072625" cy="2072625"/>
          </a:xfrm>
          <a:prstGeom prst="ellipse">
            <a:avLst/>
          </a:prstGeom>
          <a:solidFill>
            <a:schemeClr val="accent6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5067A7E-86C3-9E16-06F5-D9436095D5C2}"/>
              </a:ext>
            </a:extLst>
          </p:cNvPr>
          <p:cNvSpPr/>
          <p:nvPr userDrawn="1"/>
        </p:nvSpPr>
        <p:spPr>
          <a:xfrm>
            <a:off x="6242262" y="2871459"/>
            <a:ext cx="1804248" cy="1804248"/>
          </a:xfrm>
          <a:prstGeom prst="ellipse">
            <a:avLst/>
          </a:prstGeom>
          <a:noFill/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9D33DF63-C754-E3B0-26BA-6243367027B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42378" y="3484880"/>
            <a:ext cx="1803400" cy="736600"/>
          </a:xfrm>
        </p:spPr>
        <p:txBody>
          <a:bodyPr>
            <a:normAutofit/>
          </a:bodyPr>
          <a:lstStyle>
            <a:lvl1pPr marL="0" indent="0" algn="ctr">
              <a:buNone/>
              <a:defRPr sz="450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>
                <a:latin typeface="+mj-lt"/>
              </a:defRPr>
            </a:lvl2pPr>
            <a:lvl3pPr marL="914400" indent="0">
              <a:buNone/>
              <a:defRPr>
                <a:latin typeface="+mj-lt"/>
              </a:defRPr>
            </a:lvl3pPr>
            <a:lvl4pPr marL="1371600" indent="0">
              <a:buNone/>
              <a:defRPr>
                <a:latin typeface="+mj-lt"/>
              </a:defRPr>
            </a:lvl4pPr>
            <a:lvl5pPr marL="1828800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C915BE69-FB7A-A43B-AB73-3ABE393840D5}"/>
              </a:ext>
            </a:extLst>
          </p:cNvPr>
          <p:cNvSpPr/>
          <p:nvPr userDrawn="1"/>
        </p:nvSpPr>
        <p:spPr>
          <a:xfrm>
            <a:off x="6113098" y="5369616"/>
            <a:ext cx="2067601" cy="28448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A2C130A4-0652-D4B7-A353-F158F027FFE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80478" y="5438653"/>
            <a:ext cx="1727200" cy="215444"/>
          </a:xfrm>
        </p:spPr>
        <p:txBody>
          <a:bodyPr>
            <a:normAutofit/>
          </a:bodyPr>
          <a:lstStyle>
            <a:lvl1pPr marL="0" indent="0" algn="ctr">
              <a:buNone/>
              <a:defRPr sz="110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200"/>
            </a:lvl3pPr>
          </a:lstStyle>
          <a:p>
            <a:pPr lvl="0"/>
            <a:r>
              <a:rPr lang="en-GB" dirty="0"/>
              <a:t>CALL TO ACTION</a:t>
            </a:r>
            <a:endParaRPr lang="en-US" dirty="0"/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828B5639-AF68-F86E-0C1C-9FC07BE4EE97}"/>
              </a:ext>
            </a:extLst>
          </p:cNvPr>
          <p:cNvSpPr/>
          <p:nvPr userDrawn="1"/>
        </p:nvSpPr>
        <p:spPr>
          <a:xfrm>
            <a:off x="6165142" y="5397532"/>
            <a:ext cx="1982011" cy="226873"/>
          </a:xfrm>
          <a:prstGeom prst="roundRect">
            <a:avLst>
              <a:gd name="adj" fmla="val 50000"/>
            </a:avLst>
          </a:prstGeom>
          <a:noFill/>
          <a:ln w="31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4880539-A552-7F25-7CAF-99DCCE96CDE1}"/>
              </a:ext>
            </a:extLst>
          </p:cNvPr>
          <p:cNvSpPr/>
          <p:nvPr userDrawn="1"/>
        </p:nvSpPr>
        <p:spPr>
          <a:xfrm>
            <a:off x="8730826" y="2737271"/>
            <a:ext cx="2072625" cy="2072625"/>
          </a:xfrm>
          <a:prstGeom prst="ellipse">
            <a:avLst/>
          </a:prstGeom>
          <a:noFill/>
          <a:ln w="31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B4A2B2AB-2E07-AA3E-EB6F-50576003C9B5}"/>
              </a:ext>
            </a:extLst>
          </p:cNvPr>
          <p:cNvSpPr/>
          <p:nvPr userDrawn="1"/>
        </p:nvSpPr>
        <p:spPr>
          <a:xfrm>
            <a:off x="8865014" y="2871459"/>
            <a:ext cx="1804248" cy="1804248"/>
          </a:xfrm>
          <a:prstGeom prst="ellipse">
            <a:avLst/>
          </a:prstGeom>
          <a:noFill/>
          <a:ln w="31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CDC41735-C29B-9495-D2BA-DE6A726E87B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865130" y="3484880"/>
            <a:ext cx="1803400" cy="736600"/>
          </a:xfrm>
        </p:spPr>
        <p:txBody>
          <a:bodyPr>
            <a:normAutofit/>
          </a:bodyPr>
          <a:lstStyle>
            <a:lvl1pPr marL="0" indent="0" algn="ctr">
              <a:buNone/>
              <a:defRPr sz="450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>
                <a:latin typeface="+mj-lt"/>
              </a:defRPr>
            </a:lvl2pPr>
            <a:lvl3pPr marL="914400" indent="0">
              <a:buNone/>
              <a:defRPr>
                <a:latin typeface="+mj-lt"/>
              </a:defRPr>
            </a:lvl3pPr>
            <a:lvl4pPr marL="1371600" indent="0">
              <a:buNone/>
              <a:defRPr>
                <a:latin typeface="+mj-lt"/>
              </a:defRPr>
            </a:lvl4pPr>
            <a:lvl5pPr marL="1828800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2F5B4582-7E29-D2A7-F2DA-6CB62DE2F283}"/>
              </a:ext>
            </a:extLst>
          </p:cNvPr>
          <p:cNvSpPr/>
          <p:nvPr userDrawn="1"/>
        </p:nvSpPr>
        <p:spPr>
          <a:xfrm>
            <a:off x="8735850" y="5369616"/>
            <a:ext cx="2067601" cy="284480"/>
          </a:xfrm>
          <a:prstGeom prst="roundRect">
            <a:avLst>
              <a:gd name="adj" fmla="val 50000"/>
            </a:avLst>
          </a:prstGeom>
          <a:noFill/>
          <a:ln w="31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CE98802E-EF3D-81C7-1132-87602E60748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903230" y="5438653"/>
            <a:ext cx="1727200" cy="215444"/>
          </a:xfrm>
        </p:spPr>
        <p:txBody>
          <a:bodyPr>
            <a:normAutofit/>
          </a:bodyPr>
          <a:lstStyle>
            <a:lvl1pPr marL="0" indent="0" algn="ctr">
              <a:buNone/>
              <a:defRPr sz="110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200"/>
            </a:lvl3pPr>
          </a:lstStyle>
          <a:p>
            <a:pPr lvl="0"/>
            <a:r>
              <a:rPr lang="en-GB" dirty="0"/>
              <a:t>CALL TO ACTION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68679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bg>
      <p:bgPr>
        <a:solidFill>
          <a:srgbClr val="CBE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39671981-6717-F825-B9D7-1E9E12DBB918}"/>
              </a:ext>
            </a:extLst>
          </p:cNvPr>
          <p:cNvSpPr/>
          <p:nvPr userDrawn="1"/>
        </p:nvSpPr>
        <p:spPr>
          <a:xfrm>
            <a:off x="416026" y="1132040"/>
            <a:ext cx="1125084" cy="112508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04CFB7-E7D1-0CE5-E5E7-A38355AA3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8113" y="6403934"/>
            <a:ext cx="311806" cy="365120"/>
          </a:xfrm>
        </p:spPr>
        <p:txBody>
          <a:bodyPr/>
          <a:lstStyle/>
          <a:p>
            <a:fld id="{BD3A8CDB-6ED7-3248-93F3-36B845814950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3ABBEF4C-A0CC-7F5E-CFBF-7B9466135F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73595" y="6403934"/>
            <a:ext cx="441681" cy="365125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/>
            </a:lvl1pPr>
          </a:lstStyle>
          <a:p>
            <a:pPr algn="r"/>
            <a:fld id="{EA84C60B-F168-724B-9D3E-48701E2302BB}" type="datetimeFigureOut">
              <a:rPr lang="en-US" smtClean="0"/>
              <a:pPr algn="r"/>
              <a:t>3/6/2026</a:t>
            </a:fld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EE72FF7-D5A2-F67F-D9A3-50D7435E6B84}"/>
              </a:ext>
            </a:extLst>
          </p:cNvPr>
          <p:cNvSpPr txBox="1"/>
          <p:nvPr userDrawn="1"/>
        </p:nvSpPr>
        <p:spPr>
          <a:xfrm>
            <a:off x="11482590" y="6525778"/>
            <a:ext cx="8552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800" b="0" i="0" dirty="0">
                <a:latin typeface="Safiro" pitchFamily="2" charset="77"/>
              </a:rPr>
              <a:t>&gt;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4CE9CBB-5027-F03A-CC67-78DB6F7E2BA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54847" y="1577337"/>
            <a:ext cx="6549073" cy="3888727"/>
          </a:xfrm>
        </p:spPr>
        <p:txBody>
          <a:bodyPr>
            <a:noAutofit/>
          </a:bodyPr>
          <a:lstStyle>
            <a:lvl1pPr marL="0" indent="0">
              <a:buNone/>
              <a:defRPr sz="1000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tx2"/>
                </a:solidFill>
                <a:latin typeface="+mj-lt"/>
              </a:defRPr>
            </a:lvl2pPr>
            <a:lvl3pPr marL="914400" indent="0">
              <a:buNone/>
              <a:defRPr>
                <a:solidFill>
                  <a:schemeClr val="tx2"/>
                </a:solidFill>
                <a:latin typeface="+mj-lt"/>
              </a:defRPr>
            </a:lvl3pPr>
            <a:lvl4pPr marL="1371600" indent="0">
              <a:buNone/>
              <a:defRPr>
                <a:solidFill>
                  <a:schemeClr val="tx2"/>
                </a:solidFill>
                <a:latin typeface="+mj-lt"/>
              </a:defRPr>
            </a:lvl4pPr>
            <a:lvl5pPr marL="1828800" indent="0">
              <a:buNone/>
              <a:defRPr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Big Titles Go Here</a:t>
            </a:r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F2E219B9-4671-E689-6E41-72C9AF03B8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7695" y="1354463"/>
            <a:ext cx="977265" cy="758806"/>
          </a:xfrm>
        </p:spPr>
        <p:txBody>
          <a:bodyPr>
            <a:noAutofit/>
          </a:bodyPr>
          <a:lstStyle>
            <a:lvl1pPr marL="0" indent="0">
              <a:buNone/>
              <a:defRPr sz="5000">
                <a:solidFill>
                  <a:schemeClr val="tx2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1200"/>
            </a:lvl2pPr>
            <a:lvl3pPr marL="1085850" indent="-171450">
              <a:buFont typeface="Arial" panose="020B0604020202020204" pitchFamily="34" charset="0"/>
              <a:buChar char="•"/>
              <a:defRPr sz="12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GB" dirty="0"/>
              <a:t>01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929BB31-4126-B091-69B4-6F6ED1F69023}"/>
              </a:ext>
            </a:extLst>
          </p:cNvPr>
          <p:cNvCxnSpPr>
            <a:cxnSpLocks/>
          </p:cNvCxnSpPr>
          <p:nvPr userDrawn="1"/>
        </p:nvCxnSpPr>
        <p:spPr>
          <a:xfrm>
            <a:off x="317696" y="457200"/>
            <a:ext cx="11556609" cy="0"/>
          </a:xfrm>
          <a:prstGeom prst="line">
            <a:avLst/>
          </a:prstGeom>
          <a:ln w="3175">
            <a:solidFill>
              <a:srgbClr val="7D7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BA9EE27-1968-B5C2-1036-20D07D261199}"/>
              </a:ext>
            </a:extLst>
          </p:cNvPr>
          <p:cNvCxnSpPr>
            <a:cxnSpLocks/>
          </p:cNvCxnSpPr>
          <p:nvPr userDrawn="1"/>
        </p:nvCxnSpPr>
        <p:spPr>
          <a:xfrm>
            <a:off x="317696" y="6405613"/>
            <a:ext cx="11556609" cy="0"/>
          </a:xfrm>
          <a:prstGeom prst="line">
            <a:avLst/>
          </a:prstGeom>
          <a:ln w="3175">
            <a:solidFill>
              <a:srgbClr val="7D7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8EB5FD5D-9196-366B-193F-207748ACC0E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125506" y="4324096"/>
            <a:ext cx="1979373" cy="1676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182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33335B92-46B7-D557-472F-037766ADEE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 rot="1800000">
            <a:off x="4889888" y="-661434"/>
            <a:ext cx="3845879" cy="7691758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04CFB7-E7D1-0CE5-E5E7-A38355AA3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8113" y="6403934"/>
            <a:ext cx="311806" cy="365120"/>
          </a:xfrm>
        </p:spPr>
        <p:txBody>
          <a:bodyPr/>
          <a:lstStyle/>
          <a:p>
            <a:fld id="{BD3A8CDB-6ED7-3248-93F3-36B845814950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3ABBEF4C-A0CC-7F5E-CFBF-7B9466135F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73595" y="6403934"/>
            <a:ext cx="441681" cy="365125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/>
            </a:lvl1pPr>
          </a:lstStyle>
          <a:p>
            <a:pPr algn="r"/>
            <a:fld id="{EA84C60B-F168-724B-9D3E-48701E2302BB}" type="datetimeFigureOut">
              <a:rPr lang="en-US" smtClean="0"/>
              <a:pPr algn="r"/>
              <a:t>3/6/2026</a:t>
            </a:fld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EE72FF7-D5A2-F67F-D9A3-50D7435E6B84}"/>
              </a:ext>
            </a:extLst>
          </p:cNvPr>
          <p:cNvSpPr txBox="1"/>
          <p:nvPr userDrawn="1"/>
        </p:nvSpPr>
        <p:spPr>
          <a:xfrm>
            <a:off x="11482590" y="6525778"/>
            <a:ext cx="8552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800" b="0" i="0" dirty="0">
                <a:latin typeface="Safiro" pitchFamily="2" charset="77"/>
              </a:rPr>
              <a:t>&gt;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4CE9CBB-5027-F03A-CC67-78DB6F7E2BA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7375" y="1493520"/>
            <a:ext cx="4573905" cy="1087755"/>
          </a:xfrm>
        </p:spPr>
        <p:txBody>
          <a:bodyPr>
            <a:noAutofit/>
          </a:bodyPr>
          <a:lstStyle>
            <a:lvl1pPr marL="0" indent="0">
              <a:buNone/>
              <a:defRPr sz="360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tx2"/>
                </a:solidFill>
                <a:latin typeface="+mj-lt"/>
              </a:defRPr>
            </a:lvl2pPr>
            <a:lvl3pPr marL="914400" indent="0">
              <a:buNone/>
              <a:defRPr>
                <a:solidFill>
                  <a:schemeClr val="tx2"/>
                </a:solidFill>
                <a:latin typeface="+mj-lt"/>
              </a:defRPr>
            </a:lvl3pPr>
            <a:lvl4pPr marL="1371600" indent="0">
              <a:buNone/>
              <a:defRPr>
                <a:solidFill>
                  <a:schemeClr val="tx2"/>
                </a:solidFill>
                <a:latin typeface="+mj-lt"/>
              </a:defRPr>
            </a:lvl4pPr>
            <a:lvl5pPr marL="1828800" indent="0">
              <a:buNone/>
              <a:defRPr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Click to edit text here looking cool</a:t>
            </a:r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F2E219B9-4671-E689-6E41-72C9AF03B85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5" y="2835275"/>
            <a:ext cx="3760788" cy="233680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628650" indent="-171450">
              <a:buFont typeface="Arial" panose="020B0604020202020204" pitchFamily="34" charset="0"/>
              <a:buChar char="•"/>
              <a:defRPr sz="1200"/>
            </a:lvl2pPr>
            <a:lvl3pPr marL="1085850" indent="-171450">
              <a:buFont typeface="Arial" panose="020B0604020202020204" pitchFamily="34" charset="0"/>
              <a:buChar char="•"/>
              <a:defRPr sz="12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929BB31-4126-B091-69B4-6F6ED1F69023}"/>
              </a:ext>
            </a:extLst>
          </p:cNvPr>
          <p:cNvCxnSpPr>
            <a:cxnSpLocks/>
          </p:cNvCxnSpPr>
          <p:nvPr userDrawn="1"/>
        </p:nvCxnSpPr>
        <p:spPr>
          <a:xfrm>
            <a:off x="317696" y="457200"/>
            <a:ext cx="11556609" cy="0"/>
          </a:xfrm>
          <a:prstGeom prst="line">
            <a:avLst/>
          </a:prstGeom>
          <a:ln w="3175">
            <a:solidFill>
              <a:srgbClr val="7D7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14979FF3-7BAD-352E-8E0F-86A35DF5C31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575294" y="1371966"/>
            <a:ext cx="6016625" cy="4125912"/>
          </a:xfrm>
        </p:spPr>
        <p:txBody>
          <a:bodyPr/>
          <a:lstStyle/>
          <a:p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35DB536D-B6FF-A23E-C35D-A2593E9EEDD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70000"/>
          </a:blip>
          <a:srcRect/>
          <a:stretch/>
        </p:blipFill>
        <p:spPr>
          <a:xfrm rot="12600000">
            <a:off x="8855895" y="157795"/>
            <a:ext cx="3845879" cy="7691758"/>
          </a:xfrm>
          <a:prstGeom prst="rect">
            <a:avLst/>
          </a:prstGeom>
        </p:spPr>
      </p:pic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BA9EE27-1968-B5C2-1036-20D07D261199}"/>
              </a:ext>
            </a:extLst>
          </p:cNvPr>
          <p:cNvCxnSpPr>
            <a:cxnSpLocks/>
          </p:cNvCxnSpPr>
          <p:nvPr userDrawn="1"/>
        </p:nvCxnSpPr>
        <p:spPr>
          <a:xfrm>
            <a:off x="317696" y="6405613"/>
            <a:ext cx="11556609" cy="0"/>
          </a:xfrm>
          <a:prstGeom prst="line">
            <a:avLst/>
          </a:prstGeom>
          <a:ln w="3175">
            <a:solidFill>
              <a:srgbClr val="7D7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629B5960-00F7-A37D-F58E-94AD9953B49E}"/>
              </a:ext>
            </a:extLst>
          </p:cNvPr>
          <p:cNvSpPr txBox="1"/>
          <p:nvPr userDrawn="1"/>
        </p:nvSpPr>
        <p:spPr>
          <a:xfrm>
            <a:off x="9298004" y="200252"/>
            <a:ext cx="2576301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800" b="0" i="0" dirty="0">
                <a:latin typeface="Safiro" pitchFamily="2" charset="77"/>
              </a:rPr>
              <a:t>PROPOSAL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0F148D7-9722-811B-0666-9C309E700E7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674679" y="3754120"/>
            <a:ext cx="215900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1710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bg>
      <p:bgPr>
        <a:solidFill>
          <a:srgbClr val="E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04CFB7-E7D1-0CE5-E5E7-A38355AA3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8113" y="6403934"/>
            <a:ext cx="311806" cy="365120"/>
          </a:xfrm>
        </p:spPr>
        <p:txBody>
          <a:bodyPr/>
          <a:lstStyle/>
          <a:p>
            <a:fld id="{BD3A8CDB-6ED7-3248-93F3-36B845814950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3ABBEF4C-A0CC-7F5E-CFBF-7B9466135F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73595" y="6403934"/>
            <a:ext cx="441681" cy="365125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/>
            </a:lvl1pPr>
          </a:lstStyle>
          <a:p>
            <a:pPr algn="r"/>
            <a:fld id="{EA84C60B-F168-724B-9D3E-48701E2302BB}" type="datetimeFigureOut">
              <a:rPr lang="en-US" smtClean="0"/>
              <a:pPr algn="r"/>
              <a:t>3/6/2026</a:t>
            </a:fld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EE72FF7-D5A2-F67F-D9A3-50D7435E6B84}"/>
              </a:ext>
            </a:extLst>
          </p:cNvPr>
          <p:cNvSpPr txBox="1"/>
          <p:nvPr userDrawn="1"/>
        </p:nvSpPr>
        <p:spPr>
          <a:xfrm>
            <a:off x="11482590" y="6525778"/>
            <a:ext cx="8552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800" b="0" i="0" dirty="0">
                <a:latin typeface="Safiro" pitchFamily="2" charset="77"/>
              </a:rPr>
              <a:t>&gt;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4CE9CBB-5027-F03A-CC67-78DB6F7E2BA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88926" y="1493520"/>
            <a:ext cx="4573905" cy="1087755"/>
          </a:xfrm>
        </p:spPr>
        <p:txBody>
          <a:bodyPr>
            <a:noAutofit/>
          </a:bodyPr>
          <a:lstStyle>
            <a:lvl1pPr marL="0" indent="0">
              <a:buNone/>
              <a:defRPr sz="360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tx2"/>
                </a:solidFill>
                <a:latin typeface="+mj-lt"/>
              </a:defRPr>
            </a:lvl2pPr>
            <a:lvl3pPr marL="914400" indent="0">
              <a:buNone/>
              <a:defRPr>
                <a:solidFill>
                  <a:schemeClr val="tx2"/>
                </a:solidFill>
                <a:latin typeface="+mj-lt"/>
              </a:defRPr>
            </a:lvl3pPr>
            <a:lvl4pPr marL="1371600" indent="0">
              <a:buNone/>
              <a:defRPr>
                <a:solidFill>
                  <a:schemeClr val="tx2"/>
                </a:solidFill>
                <a:latin typeface="+mj-lt"/>
              </a:defRPr>
            </a:lvl4pPr>
            <a:lvl5pPr marL="1828800" indent="0">
              <a:buNone/>
              <a:defRPr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Click to edit text here looking cool</a:t>
            </a:r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F2E219B9-4671-E689-6E41-72C9AF03B85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88926" y="2835275"/>
            <a:ext cx="3760788" cy="233680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628650" indent="-171450">
              <a:buFont typeface="Arial" panose="020B0604020202020204" pitchFamily="34" charset="0"/>
              <a:buChar char="•"/>
              <a:defRPr sz="1200"/>
            </a:lvl2pPr>
            <a:lvl3pPr marL="1085850" indent="-171450">
              <a:buFont typeface="Arial" panose="020B0604020202020204" pitchFamily="34" charset="0"/>
              <a:buChar char="•"/>
              <a:defRPr sz="12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929BB31-4126-B091-69B4-6F6ED1F69023}"/>
              </a:ext>
            </a:extLst>
          </p:cNvPr>
          <p:cNvCxnSpPr>
            <a:cxnSpLocks/>
          </p:cNvCxnSpPr>
          <p:nvPr userDrawn="1"/>
        </p:nvCxnSpPr>
        <p:spPr>
          <a:xfrm>
            <a:off x="317696" y="457200"/>
            <a:ext cx="11556609" cy="0"/>
          </a:xfrm>
          <a:prstGeom prst="line">
            <a:avLst/>
          </a:prstGeom>
          <a:ln w="3175">
            <a:solidFill>
              <a:srgbClr val="7D7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14979FF3-7BAD-352E-8E0F-86A35DF5C31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2897" y="1268"/>
            <a:ext cx="5022400" cy="6856732"/>
          </a:xfr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35DB536D-B6FF-A23E-C35D-A2593E9EEDD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70000"/>
          </a:blip>
          <a:srcRect t="36658" b="-1644"/>
          <a:stretch/>
        </p:blipFill>
        <p:spPr>
          <a:xfrm rot="16200000">
            <a:off x="424459" y="-424462"/>
            <a:ext cx="2832307" cy="3681226"/>
          </a:xfrm>
          <a:prstGeom prst="rect">
            <a:avLst/>
          </a:prstGeom>
        </p:spPr>
      </p:pic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BA9EE27-1968-B5C2-1036-20D07D261199}"/>
              </a:ext>
            </a:extLst>
          </p:cNvPr>
          <p:cNvCxnSpPr>
            <a:cxnSpLocks/>
          </p:cNvCxnSpPr>
          <p:nvPr userDrawn="1"/>
        </p:nvCxnSpPr>
        <p:spPr>
          <a:xfrm>
            <a:off x="317696" y="6405613"/>
            <a:ext cx="11556609" cy="0"/>
          </a:xfrm>
          <a:prstGeom prst="line">
            <a:avLst/>
          </a:prstGeom>
          <a:ln w="3175">
            <a:solidFill>
              <a:srgbClr val="7D7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629B5960-00F7-A37D-F58E-94AD9953B49E}"/>
              </a:ext>
            </a:extLst>
          </p:cNvPr>
          <p:cNvSpPr txBox="1"/>
          <p:nvPr userDrawn="1"/>
        </p:nvSpPr>
        <p:spPr>
          <a:xfrm>
            <a:off x="9298004" y="200252"/>
            <a:ext cx="2576301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800" b="0" i="0" dirty="0">
                <a:latin typeface="Safiro" pitchFamily="2" charset="77"/>
              </a:rPr>
              <a:t>PROPOSAL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F7E6A67-478B-95BD-D92A-67DF9A7E0238}"/>
              </a:ext>
            </a:extLst>
          </p:cNvPr>
          <p:cNvCxnSpPr>
            <a:cxnSpLocks/>
          </p:cNvCxnSpPr>
          <p:nvPr userDrawn="1"/>
        </p:nvCxnSpPr>
        <p:spPr>
          <a:xfrm>
            <a:off x="317696" y="457200"/>
            <a:ext cx="11556609" cy="0"/>
          </a:xfrm>
          <a:prstGeom prst="line">
            <a:avLst/>
          </a:prstGeom>
          <a:ln w="3175">
            <a:solidFill>
              <a:srgbClr val="7D7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DDDCAE4-10AF-CA9A-CDF4-80FBC93C1F36}"/>
              </a:ext>
            </a:extLst>
          </p:cNvPr>
          <p:cNvCxnSpPr>
            <a:cxnSpLocks/>
          </p:cNvCxnSpPr>
          <p:nvPr userDrawn="1"/>
        </p:nvCxnSpPr>
        <p:spPr>
          <a:xfrm>
            <a:off x="317696" y="6405613"/>
            <a:ext cx="11556609" cy="0"/>
          </a:xfrm>
          <a:prstGeom prst="line">
            <a:avLst/>
          </a:prstGeom>
          <a:ln w="3175">
            <a:solidFill>
              <a:srgbClr val="7D7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A red and black logo&#10;&#10;Description automatically generated">
            <a:extLst>
              <a:ext uri="{FF2B5EF4-FFF2-40B4-BE49-F238E27FC236}">
                <a16:creationId xmlns:a16="http://schemas.microsoft.com/office/drawing/2014/main" id="{0D117A5F-264D-7598-45B3-B7D8A74E2D1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20872" y="169090"/>
            <a:ext cx="869754" cy="19596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A44FA50-802B-0CC4-D17D-ECFA4CDA1923}"/>
              </a:ext>
            </a:extLst>
          </p:cNvPr>
          <p:cNvSpPr txBox="1"/>
          <p:nvPr userDrawn="1"/>
        </p:nvSpPr>
        <p:spPr>
          <a:xfrm>
            <a:off x="312081" y="6525778"/>
            <a:ext cx="2576301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800" b="0" i="0" dirty="0">
                <a:latin typeface="Safiro" pitchFamily="2" charset="77"/>
              </a:rPr>
              <a:t>PROMPTAIGLOBAL.COM</a:t>
            </a:r>
          </a:p>
        </p:txBody>
      </p:sp>
    </p:spTree>
    <p:extLst>
      <p:ext uri="{BB962C8B-B14F-4D97-AF65-F5344CB8AC3E}">
        <p14:creationId xmlns:p14="http://schemas.microsoft.com/office/powerpoint/2010/main" val="30014704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04CFB7-E7D1-0CE5-E5E7-A38355AA3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8113" y="6403934"/>
            <a:ext cx="311806" cy="365120"/>
          </a:xfrm>
        </p:spPr>
        <p:txBody>
          <a:bodyPr/>
          <a:lstStyle/>
          <a:p>
            <a:fld id="{BD3A8CDB-6ED7-3248-93F3-36B845814950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3ABBEF4C-A0CC-7F5E-CFBF-7B9466135F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73595" y="6403934"/>
            <a:ext cx="441681" cy="365125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/>
            </a:lvl1pPr>
          </a:lstStyle>
          <a:p>
            <a:pPr algn="r"/>
            <a:fld id="{EA84C60B-F168-724B-9D3E-48701E2302BB}" type="datetimeFigureOut">
              <a:rPr lang="en-US" smtClean="0"/>
              <a:pPr algn="r"/>
              <a:t>3/6/2026</a:t>
            </a:fld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EE72FF7-D5A2-F67F-D9A3-50D7435E6B84}"/>
              </a:ext>
            </a:extLst>
          </p:cNvPr>
          <p:cNvSpPr txBox="1"/>
          <p:nvPr userDrawn="1"/>
        </p:nvSpPr>
        <p:spPr>
          <a:xfrm>
            <a:off x="11482590" y="6525778"/>
            <a:ext cx="8552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800" b="0" i="0" dirty="0">
                <a:latin typeface="Safiro" pitchFamily="2" charset="77"/>
              </a:rPr>
              <a:t>&gt;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4CE9CBB-5027-F03A-CC67-78DB6F7E2BA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7375" y="1142048"/>
            <a:ext cx="8302625" cy="525288"/>
          </a:xfrm>
        </p:spPr>
        <p:txBody>
          <a:bodyPr>
            <a:noAutofit/>
          </a:bodyPr>
          <a:lstStyle>
            <a:lvl1pPr marL="0" indent="0">
              <a:buNone/>
              <a:defRPr sz="360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tx2"/>
                </a:solidFill>
                <a:latin typeface="+mj-lt"/>
              </a:defRPr>
            </a:lvl2pPr>
            <a:lvl3pPr marL="914400" indent="0">
              <a:buNone/>
              <a:defRPr>
                <a:solidFill>
                  <a:schemeClr val="tx2"/>
                </a:solidFill>
                <a:latin typeface="+mj-lt"/>
              </a:defRPr>
            </a:lvl3pPr>
            <a:lvl4pPr marL="1371600" indent="0">
              <a:buNone/>
              <a:defRPr>
                <a:solidFill>
                  <a:schemeClr val="tx2"/>
                </a:solidFill>
                <a:latin typeface="+mj-lt"/>
              </a:defRPr>
            </a:lvl4pPr>
            <a:lvl5pPr marL="1828800" indent="0">
              <a:buNone/>
              <a:defRPr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Click to edit text here looking cool</a:t>
            </a:r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F2E219B9-4671-E689-6E41-72C9AF03B85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4" y="1819735"/>
            <a:ext cx="9846946" cy="525283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Font typeface="Arial" panose="020B0604020202020204" pitchFamily="34" charset="0"/>
              <a:buNone/>
              <a:defRPr sz="1200"/>
            </a:lvl2pPr>
            <a:lvl3pPr marL="1085850" indent="-171450">
              <a:buFont typeface="Arial" panose="020B0604020202020204" pitchFamily="34" charset="0"/>
              <a:buChar char="•"/>
              <a:defRPr sz="12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2000250" indent="-17145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929BB31-4126-B091-69B4-6F6ED1F69023}"/>
              </a:ext>
            </a:extLst>
          </p:cNvPr>
          <p:cNvCxnSpPr>
            <a:cxnSpLocks/>
          </p:cNvCxnSpPr>
          <p:nvPr userDrawn="1"/>
        </p:nvCxnSpPr>
        <p:spPr>
          <a:xfrm>
            <a:off x="317696" y="457200"/>
            <a:ext cx="11556609" cy="0"/>
          </a:xfrm>
          <a:prstGeom prst="line">
            <a:avLst/>
          </a:prstGeom>
          <a:ln w="3175">
            <a:solidFill>
              <a:srgbClr val="7D7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BA9EE27-1968-B5C2-1036-20D07D261199}"/>
              </a:ext>
            </a:extLst>
          </p:cNvPr>
          <p:cNvCxnSpPr>
            <a:cxnSpLocks/>
          </p:cNvCxnSpPr>
          <p:nvPr userDrawn="1"/>
        </p:nvCxnSpPr>
        <p:spPr>
          <a:xfrm>
            <a:off x="317696" y="6405613"/>
            <a:ext cx="11556609" cy="0"/>
          </a:xfrm>
          <a:prstGeom prst="line">
            <a:avLst/>
          </a:prstGeom>
          <a:ln w="3175">
            <a:solidFill>
              <a:srgbClr val="7D7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81298FB7-4241-734D-95CF-8F1636C6FD54}"/>
              </a:ext>
            </a:extLst>
          </p:cNvPr>
          <p:cNvSpPr/>
          <p:nvPr userDrawn="1"/>
        </p:nvSpPr>
        <p:spPr>
          <a:xfrm>
            <a:off x="721359" y="2737271"/>
            <a:ext cx="2072625" cy="2072625"/>
          </a:xfrm>
          <a:prstGeom prst="ellipse">
            <a:avLst/>
          </a:prstGeom>
          <a:noFill/>
          <a:ln w="317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AAFC38C-A379-6DD9-893E-6E8F2DF4AD0A}"/>
              </a:ext>
            </a:extLst>
          </p:cNvPr>
          <p:cNvSpPr/>
          <p:nvPr userDrawn="1"/>
        </p:nvSpPr>
        <p:spPr>
          <a:xfrm>
            <a:off x="855547" y="2871459"/>
            <a:ext cx="1804248" cy="1804248"/>
          </a:xfrm>
          <a:prstGeom prst="ellipse">
            <a:avLst/>
          </a:prstGeom>
          <a:noFill/>
          <a:ln w="317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58D5AC1-205A-C074-9EC5-2A14ED2A595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55663" y="3484880"/>
            <a:ext cx="1803400" cy="736600"/>
          </a:xfrm>
        </p:spPr>
        <p:txBody>
          <a:bodyPr>
            <a:normAutofit/>
          </a:bodyPr>
          <a:lstStyle>
            <a:lvl1pPr marL="0" indent="0" algn="ctr">
              <a:buNone/>
              <a:defRPr sz="450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>
                <a:latin typeface="+mj-lt"/>
              </a:defRPr>
            </a:lvl2pPr>
            <a:lvl3pPr marL="914400" indent="0">
              <a:buNone/>
              <a:defRPr>
                <a:latin typeface="+mj-lt"/>
              </a:defRPr>
            </a:lvl3pPr>
            <a:lvl4pPr marL="1371600" indent="0">
              <a:buNone/>
              <a:defRPr>
                <a:latin typeface="+mj-lt"/>
              </a:defRPr>
            </a:lvl4pPr>
            <a:lvl5pPr marL="1828800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FEC317DA-C42B-17D9-0E1F-7E16B2F61443}"/>
              </a:ext>
            </a:extLst>
          </p:cNvPr>
          <p:cNvSpPr/>
          <p:nvPr userDrawn="1"/>
        </p:nvSpPr>
        <p:spPr>
          <a:xfrm>
            <a:off x="726383" y="5369616"/>
            <a:ext cx="2067601" cy="284480"/>
          </a:xfrm>
          <a:prstGeom prst="roundRect">
            <a:avLst>
              <a:gd name="adj" fmla="val 50000"/>
            </a:avLst>
          </a:prstGeom>
          <a:noFill/>
          <a:ln w="317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BC2BFA1-AEFE-A90C-8C0C-1AF7524A699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3763" y="5438653"/>
            <a:ext cx="1727200" cy="215444"/>
          </a:xfrm>
        </p:spPr>
        <p:txBody>
          <a:bodyPr>
            <a:normAutofit/>
          </a:bodyPr>
          <a:lstStyle>
            <a:lvl1pPr marL="0" indent="0" algn="ctr">
              <a:buNone/>
              <a:defRPr sz="110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200"/>
            </a:lvl3pPr>
          </a:lstStyle>
          <a:p>
            <a:pPr lvl="0"/>
            <a:r>
              <a:rPr lang="en-GB" dirty="0"/>
              <a:t>CALL TO ACTION</a:t>
            </a:r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0FE0275-A4FB-3733-D96F-FBB6C78868A4}"/>
              </a:ext>
            </a:extLst>
          </p:cNvPr>
          <p:cNvSpPr/>
          <p:nvPr userDrawn="1"/>
        </p:nvSpPr>
        <p:spPr>
          <a:xfrm>
            <a:off x="3327399" y="2737271"/>
            <a:ext cx="2072625" cy="2072625"/>
          </a:xfrm>
          <a:prstGeom prst="ellipse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B8B322B-411B-7743-CA0B-FD80B70181C7}"/>
              </a:ext>
            </a:extLst>
          </p:cNvPr>
          <p:cNvSpPr/>
          <p:nvPr userDrawn="1"/>
        </p:nvSpPr>
        <p:spPr>
          <a:xfrm>
            <a:off x="3461587" y="2871459"/>
            <a:ext cx="1804248" cy="1804248"/>
          </a:xfrm>
          <a:prstGeom prst="ellipse">
            <a:avLst/>
          </a:prstGeom>
          <a:noFill/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FD86AD94-26AD-A0B3-9F66-6241C0CAF3E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61703" y="3484880"/>
            <a:ext cx="1803400" cy="736600"/>
          </a:xfrm>
        </p:spPr>
        <p:txBody>
          <a:bodyPr>
            <a:normAutofit/>
          </a:bodyPr>
          <a:lstStyle>
            <a:lvl1pPr marL="0" indent="0" algn="ctr">
              <a:buNone/>
              <a:defRPr sz="45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>
                <a:latin typeface="+mj-lt"/>
              </a:defRPr>
            </a:lvl2pPr>
            <a:lvl3pPr marL="914400" indent="0">
              <a:buNone/>
              <a:defRPr>
                <a:latin typeface="+mj-lt"/>
              </a:defRPr>
            </a:lvl3pPr>
            <a:lvl4pPr marL="1371600" indent="0">
              <a:buNone/>
              <a:defRPr>
                <a:latin typeface="+mj-lt"/>
              </a:defRPr>
            </a:lvl4pPr>
            <a:lvl5pPr marL="1828800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8051E6B8-5D1A-CE65-DF52-3774C520120B}"/>
              </a:ext>
            </a:extLst>
          </p:cNvPr>
          <p:cNvSpPr/>
          <p:nvPr userDrawn="1"/>
        </p:nvSpPr>
        <p:spPr>
          <a:xfrm>
            <a:off x="3332423" y="5369616"/>
            <a:ext cx="2067601" cy="28448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5DAD1EA8-A397-A34C-BB1B-8DCF5C93518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99803" y="5438653"/>
            <a:ext cx="1727200" cy="215444"/>
          </a:xfrm>
        </p:spPr>
        <p:txBody>
          <a:bodyPr>
            <a:norm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200"/>
            </a:lvl3pPr>
          </a:lstStyle>
          <a:p>
            <a:pPr lvl="0"/>
            <a:r>
              <a:rPr lang="en-GB" dirty="0"/>
              <a:t>CALL TO ACTION</a:t>
            </a:r>
            <a:endParaRPr lang="en-US" dirty="0"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7B02AA63-E962-9DD6-C443-F3E6A5D785EB}"/>
              </a:ext>
            </a:extLst>
          </p:cNvPr>
          <p:cNvSpPr/>
          <p:nvPr userDrawn="1"/>
        </p:nvSpPr>
        <p:spPr>
          <a:xfrm>
            <a:off x="3384467" y="5397532"/>
            <a:ext cx="1982011" cy="226873"/>
          </a:xfrm>
          <a:prstGeom prst="roundRect">
            <a:avLst>
              <a:gd name="adj" fmla="val 50000"/>
            </a:avLst>
          </a:prstGeom>
          <a:noFill/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64E0710-EA24-A462-892F-BA2A5D7FE3E0}"/>
              </a:ext>
            </a:extLst>
          </p:cNvPr>
          <p:cNvSpPr/>
          <p:nvPr userDrawn="1"/>
        </p:nvSpPr>
        <p:spPr>
          <a:xfrm>
            <a:off x="6108074" y="2737271"/>
            <a:ext cx="2072625" cy="2072625"/>
          </a:xfrm>
          <a:prstGeom prst="ellipse">
            <a:avLst/>
          </a:prstGeom>
          <a:solidFill>
            <a:srgbClr val="E0F4FA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5067A7E-86C3-9E16-06F5-D9436095D5C2}"/>
              </a:ext>
            </a:extLst>
          </p:cNvPr>
          <p:cNvSpPr/>
          <p:nvPr userDrawn="1"/>
        </p:nvSpPr>
        <p:spPr>
          <a:xfrm>
            <a:off x="6242262" y="2871459"/>
            <a:ext cx="1804248" cy="1804248"/>
          </a:xfrm>
          <a:prstGeom prst="ellipse">
            <a:avLst/>
          </a:prstGeom>
          <a:noFill/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9D33DF63-C754-E3B0-26BA-6243367027B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42378" y="3484880"/>
            <a:ext cx="1803400" cy="736600"/>
          </a:xfrm>
        </p:spPr>
        <p:txBody>
          <a:bodyPr>
            <a:normAutofit/>
          </a:bodyPr>
          <a:lstStyle>
            <a:lvl1pPr marL="0" indent="0" algn="ctr">
              <a:buNone/>
              <a:defRPr sz="450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>
                <a:latin typeface="+mj-lt"/>
              </a:defRPr>
            </a:lvl2pPr>
            <a:lvl3pPr marL="914400" indent="0">
              <a:buNone/>
              <a:defRPr>
                <a:latin typeface="+mj-lt"/>
              </a:defRPr>
            </a:lvl3pPr>
            <a:lvl4pPr marL="1371600" indent="0">
              <a:buNone/>
              <a:defRPr>
                <a:latin typeface="+mj-lt"/>
              </a:defRPr>
            </a:lvl4pPr>
            <a:lvl5pPr marL="1828800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C915BE69-FB7A-A43B-AB73-3ABE393840D5}"/>
              </a:ext>
            </a:extLst>
          </p:cNvPr>
          <p:cNvSpPr/>
          <p:nvPr userDrawn="1"/>
        </p:nvSpPr>
        <p:spPr>
          <a:xfrm>
            <a:off x="6113098" y="5369616"/>
            <a:ext cx="2067601" cy="284480"/>
          </a:xfrm>
          <a:prstGeom prst="roundRect">
            <a:avLst>
              <a:gd name="adj" fmla="val 50000"/>
            </a:avLst>
          </a:prstGeom>
          <a:solidFill>
            <a:srgbClr val="E0F4FA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A2C130A4-0652-D4B7-A353-F158F027FFE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80478" y="5438653"/>
            <a:ext cx="1727200" cy="215444"/>
          </a:xfrm>
        </p:spPr>
        <p:txBody>
          <a:bodyPr>
            <a:normAutofit/>
          </a:bodyPr>
          <a:lstStyle>
            <a:lvl1pPr marL="0" indent="0" algn="ctr">
              <a:buNone/>
              <a:defRPr sz="110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200"/>
            </a:lvl3pPr>
          </a:lstStyle>
          <a:p>
            <a:pPr lvl="0"/>
            <a:r>
              <a:rPr lang="en-GB" dirty="0"/>
              <a:t>CALL TO ACTION</a:t>
            </a:r>
            <a:endParaRPr lang="en-US" dirty="0"/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828B5639-AF68-F86E-0C1C-9FC07BE4EE97}"/>
              </a:ext>
            </a:extLst>
          </p:cNvPr>
          <p:cNvSpPr/>
          <p:nvPr userDrawn="1"/>
        </p:nvSpPr>
        <p:spPr>
          <a:xfrm>
            <a:off x="6165142" y="5397532"/>
            <a:ext cx="1982011" cy="226873"/>
          </a:xfrm>
          <a:prstGeom prst="roundRect">
            <a:avLst>
              <a:gd name="adj" fmla="val 50000"/>
            </a:avLst>
          </a:prstGeom>
          <a:noFill/>
          <a:ln w="31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4880539-A552-7F25-7CAF-99DCCE96CDE1}"/>
              </a:ext>
            </a:extLst>
          </p:cNvPr>
          <p:cNvSpPr/>
          <p:nvPr userDrawn="1"/>
        </p:nvSpPr>
        <p:spPr>
          <a:xfrm>
            <a:off x="8730826" y="2737271"/>
            <a:ext cx="2072625" cy="2072625"/>
          </a:xfrm>
          <a:prstGeom prst="ellipse">
            <a:avLst/>
          </a:prstGeom>
          <a:noFill/>
          <a:ln w="31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B4A2B2AB-2E07-AA3E-EB6F-50576003C9B5}"/>
              </a:ext>
            </a:extLst>
          </p:cNvPr>
          <p:cNvSpPr/>
          <p:nvPr userDrawn="1"/>
        </p:nvSpPr>
        <p:spPr>
          <a:xfrm>
            <a:off x="8865014" y="2871459"/>
            <a:ext cx="1804248" cy="1804248"/>
          </a:xfrm>
          <a:prstGeom prst="ellipse">
            <a:avLst/>
          </a:prstGeom>
          <a:noFill/>
          <a:ln w="31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CDC41735-C29B-9495-D2BA-DE6A726E87B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865130" y="3484880"/>
            <a:ext cx="1803400" cy="736600"/>
          </a:xfrm>
        </p:spPr>
        <p:txBody>
          <a:bodyPr>
            <a:normAutofit/>
          </a:bodyPr>
          <a:lstStyle>
            <a:lvl1pPr marL="0" indent="0" algn="ctr">
              <a:buNone/>
              <a:defRPr sz="450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>
                <a:latin typeface="+mj-lt"/>
              </a:defRPr>
            </a:lvl2pPr>
            <a:lvl3pPr marL="914400" indent="0">
              <a:buNone/>
              <a:defRPr>
                <a:latin typeface="+mj-lt"/>
              </a:defRPr>
            </a:lvl3pPr>
            <a:lvl4pPr marL="1371600" indent="0">
              <a:buNone/>
              <a:defRPr>
                <a:latin typeface="+mj-lt"/>
              </a:defRPr>
            </a:lvl4pPr>
            <a:lvl5pPr marL="1828800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2F5B4582-7E29-D2A7-F2DA-6CB62DE2F283}"/>
              </a:ext>
            </a:extLst>
          </p:cNvPr>
          <p:cNvSpPr/>
          <p:nvPr userDrawn="1"/>
        </p:nvSpPr>
        <p:spPr>
          <a:xfrm>
            <a:off x="8735850" y="5369616"/>
            <a:ext cx="2067601" cy="284480"/>
          </a:xfrm>
          <a:prstGeom prst="roundRect">
            <a:avLst>
              <a:gd name="adj" fmla="val 50000"/>
            </a:avLst>
          </a:prstGeom>
          <a:noFill/>
          <a:ln w="31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CE98802E-EF3D-81C7-1132-87602E60748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903230" y="5438653"/>
            <a:ext cx="1727200" cy="215444"/>
          </a:xfrm>
        </p:spPr>
        <p:txBody>
          <a:bodyPr>
            <a:normAutofit/>
          </a:bodyPr>
          <a:lstStyle>
            <a:lvl1pPr marL="0" indent="0" algn="ctr">
              <a:buNone/>
              <a:defRPr sz="110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200"/>
            </a:lvl3pPr>
          </a:lstStyle>
          <a:p>
            <a:pPr lvl="0"/>
            <a:r>
              <a:rPr lang="en-GB" dirty="0"/>
              <a:t>CALL TO ACTION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01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01 - Corn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B304CCF-E0BE-B93D-C6F2-E560DDA01BE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841375" y="0"/>
            <a:ext cx="13033375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CD642C3-8B38-075E-8015-FF470682A7B2}"/>
              </a:ext>
            </a:extLst>
          </p:cNvPr>
          <p:cNvSpPr/>
          <p:nvPr userDrawn="1"/>
        </p:nvSpPr>
        <p:spPr>
          <a:xfrm>
            <a:off x="0" y="-1388"/>
            <a:ext cx="12192000" cy="6859388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80141C8C-63E2-B8C1-B91C-899AFACCB31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54624" y="669862"/>
            <a:ext cx="5754751" cy="1208087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ct val="100000"/>
              </a:lnSpc>
              <a:buNone/>
              <a:defRPr sz="3400">
                <a:solidFill>
                  <a:schemeClr val="tx2"/>
                </a:solidFill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GB" dirty="0"/>
              <a:t>Title of your Presentation</a:t>
            </a:r>
            <a:br>
              <a:rPr lang="en-GB" dirty="0"/>
            </a:br>
            <a:r>
              <a:rPr lang="en-GB" dirty="0"/>
              <a:t>On Two Lines</a:t>
            </a:r>
            <a:endParaRPr lang="en-US" dirty="0"/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EE6A346B-748C-2EF4-2A70-24F04721D68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54624" y="5412551"/>
            <a:ext cx="5754751" cy="52495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r">
              <a:lnSpc>
                <a:spcPct val="100000"/>
              </a:lnSpc>
              <a:buNone/>
              <a:defRPr sz="2600">
                <a:solidFill>
                  <a:schemeClr val="tx1"/>
                </a:solidFill>
                <a:latin typeface="+mn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GB" dirty="0"/>
              <a:t>Sub Title of Pres</a:t>
            </a:r>
            <a:endParaRPr lang="en-US" dirty="0"/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6D806C0E-576C-3C59-FBF1-1516BF92C8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48303" y="5873236"/>
            <a:ext cx="3861072" cy="407734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r">
              <a:lnSpc>
                <a:spcPct val="100000"/>
              </a:lnSpc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GB" dirty="0"/>
              <a:t>DATE IN CAPS</a:t>
            </a:r>
            <a:endParaRPr lang="en-US" dirty="0"/>
          </a:p>
        </p:txBody>
      </p:sp>
      <p:pic>
        <p:nvPicPr>
          <p:cNvPr id="21" name="Picture 20" descr="A red and black logo&#10;&#10;Description automatically generated">
            <a:extLst>
              <a:ext uri="{FF2B5EF4-FFF2-40B4-BE49-F238E27FC236}">
                <a16:creationId xmlns:a16="http://schemas.microsoft.com/office/drawing/2014/main" id="{9AB04797-58BB-C2C3-4676-09A9D3AA8B9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2625" y="5653817"/>
            <a:ext cx="3302885" cy="744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6055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02 - Group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B304CCF-E0BE-B93D-C6F2-E560DDA01BE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841375" y="0"/>
            <a:ext cx="13033375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CD642C3-8B38-075E-8015-FF470682A7B2}"/>
              </a:ext>
            </a:extLst>
          </p:cNvPr>
          <p:cNvSpPr/>
          <p:nvPr userDrawn="1"/>
        </p:nvSpPr>
        <p:spPr>
          <a:xfrm>
            <a:off x="0" y="-1388"/>
            <a:ext cx="12192000" cy="6859388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80141C8C-63E2-B8C1-B91C-899AFACCB31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54624" y="669862"/>
            <a:ext cx="5754751" cy="1208087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ct val="100000"/>
              </a:lnSpc>
              <a:buNone/>
              <a:defRPr sz="3400">
                <a:solidFill>
                  <a:schemeClr val="tx2"/>
                </a:solidFill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GB" dirty="0"/>
              <a:t>Title of your Presentation</a:t>
            </a:r>
            <a:br>
              <a:rPr lang="en-GB" dirty="0"/>
            </a:br>
            <a:r>
              <a:rPr lang="en-GB" dirty="0"/>
              <a:t>On Two Lines</a:t>
            </a:r>
            <a:endParaRPr lang="en-US" dirty="0"/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EE6A346B-748C-2EF4-2A70-24F04721D68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54624" y="1777169"/>
            <a:ext cx="5754751" cy="52495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r">
              <a:lnSpc>
                <a:spcPct val="100000"/>
              </a:lnSpc>
              <a:buNone/>
              <a:defRPr sz="2600">
                <a:solidFill>
                  <a:schemeClr val="tx1"/>
                </a:solidFill>
                <a:latin typeface="+mn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GB" dirty="0"/>
              <a:t>Sub Title of Pres</a:t>
            </a:r>
            <a:endParaRPr lang="en-US" dirty="0"/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6D806C0E-576C-3C59-FBF1-1516BF92C8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48303" y="2237854"/>
            <a:ext cx="3861072" cy="407734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r">
              <a:lnSpc>
                <a:spcPct val="100000"/>
              </a:lnSpc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GB" dirty="0"/>
              <a:t>DATE IN CAPS</a:t>
            </a:r>
            <a:endParaRPr lang="en-US" dirty="0"/>
          </a:p>
        </p:txBody>
      </p:sp>
      <p:pic>
        <p:nvPicPr>
          <p:cNvPr id="21" name="Picture 20" descr="A red and black logo&#10;&#10;Description automatically generated">
            <a:extLst>
              <a:ext uri="{FF2B5EF4-FFF2-40B4-BE49-F238E27FC236}">
                <a16:creationId xmlns:a16="http://schemas.microsoft.com/office/drawing/2014/main" id="{9AB04797-58BB-C2C3-4676-09A9D3AA8B9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2625" y="5653817"/>
            <a:ext cx="3302885" cy="744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41474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- Customis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B304CCF-E0BE-B93D-C6F2-E560DDA01BE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841375" y="0"/>
            <a:ext cx="13033375" cy="6858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E739D80-CB76-6149-894B-D8C444F405DC}"/>
              </a:ext>
            </a:extLst>
          </p:cNvPr>
          <p:cNvSpPr/>
          <p:nvPr userDrawn="1"/>
        </p:nvSpPr>
        <p:spPr>
          <a:xfrm>
            <a:off x="0" y="5378"/>
            <a:ext cx="12311742" cy="6852621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 descr="A red and black logo&#10;&#10;Description automatically generated">
            <a:extLst>
              <a:ext uri="{FF2B5EF4-FFF2-40B4-BE49-F238E27FC236}">
                <a16:creationId xmlns:a16="http://schemas.microsoft.com/office/drawing/2014/main" id="{9AB04797-58BB-C2C3-4676-09A9D3AA8B9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41215" y="5653817"/>
            <a:ext cx="3302885" cy="74416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51905E5-5599-59BB-DB5A-B2AEE0D88300}"/>
              </a:ext>
            </a:extLst>
          </p:cNvPr>
          <p:cNvSpPr txBox="1"/>
          <p:nvPr userDrawn="1"/>
        </p:nvSpPr>
        <p:spPr>
          <a:xfrm>
            <a:off x="2141316" y="2395421"/>
            <a:ext cx="360173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kern="1200" dirty="0">
                <a:solidFill>
                  <a:schemeClr val="tx2"/>
                </a:solidFill>
                <a:latin typeface="+mj-lt"/>
                <a:ea typeface="+mn-ea"/>
                <a:cs typeface="+mn-cs"/>
              </a:rPr>
              <a:t>Thank you.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E548579-F6F0-372A-166E-0A4A9CBD4995}"/>
              </a:ext>
            </a:extLst>
          </p:cNvPr>
          <p:cNvGrpSpPr/>
          <p:nvPr userDrawn="1"/>
        </p:nvGrpSpPr>
        <p:grpSpPr>
          <a:xfrm>
            <a:off x="248116" y="5991520"/>
            <a:ext cx="2650603" cy="621079"/>
            <a:chOff x="248116" y="5991520"/>
            <a:chExt cx="2650603" cy="621079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2BA4017-C87C-8C59-76B4-ADFA85027084}"/>
                </a:ext>
              </a:extLst>
            </p:cNvPr>
            <p:cNvSpPr txBox="1"/>
            <p:nvPr userDrawn="1"/>
          </p:nvSpPr>
          <p:spPr>
            <a:xfrm>
              <a:off x="248116" y="5991520"/>
              <a:ext cx="265060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PROMPTAIGLOBAL.COM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5237DDE-ACAA-4D81-0F3E-5E5D3666C3BC}"/>
                </a:ext>
              </a:extLst>
            </p:cNvPr>
            <p:cNvSpPr txBox="1"/>
            <p:nvPr userDrawn="1"/>
          </p:nvSpPr>
          <p:spPr>
            <a:xfrm>
              <a:off x="248116" y="6397155"/>
              <a:ext cx="265060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© Copyright </a:t>
              </a:r>
              <a:r>
                <a:rPr lang="en-US" sz="800" dirty="0" err="1"/>
                <a:t>PromptAI</a:t>
              </a:r>
              <a:r>
                <a:rPr lang="en-US" sz="800" dirty="0"/>
                <a:t>. All rights reserved. 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178D7E7-F78C-76F3-43A3-6443D091ADBF}"/>
              </a:ext>
            </a:extLst>
          </p:cNvPr>
          <p:cNvGrpSpPr/>
          <p:nvPr userDrawn="1"/>
        </p:nvGrpSpPr>
        <p:grpSpPr>
          <a:xfrm>
            <a:off x="2317995" y="3401084"/>
            <a:ext cx="2067602" cy="284480"/>
            <a:chOff x="2317995" y="3401084"/>
            <a:chExt cx="2067602" cy="284480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E7B6F65D-E564-51ED-E9CE-AF67E7E3F97E}"/>
                </a:ext>
              </a:extLst>
            </p:cNvPr>
            <p:cNvSpPr/>
            <p:nvPr userDrawn="1"/>
          </p:nvSpPr>
          <p:spPr>
            <a:xfrm>
              <a:off x="2317995" y="3401084"/>
              <a:ext cx="2067601" cy="28448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FA2B1437-CA7A-D16C-A8EE-1B0A4B41A31B}"/>
                </a:ext>
              </a:extLst>
            </p:cNvPr>
            <p:cNvSpPr/>
            <p:nvPr userDrawn="1"/>
          </p:nvSpPr>
          <p:spPr>
            <a:xfrm>
              <a:off x="2370039" y="3429000"/>
              <a:ext cx="1982011" cy="226873"/>
            </a:xfrm>
            <a:prstGeom prst="roundRect">
              <a:avLst>
                <a:gd name="adj" fmla="val 50000"/>
              </a:avLst>
            </a:prstGeom>
            <a:noFill/>
            <a:ln w="3175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E8AAFD5-CB0B-19F8-75F5-2329BFE94465}"/>
                </a:ext>
              </a:extLst>
            </p:cNvPr>
            <p:cNvSpPr txBox="1"/>
            <p:nvPr userDrawn="1"/>
          </p:nvSpPr>
          <p:spPr>
            <a:xfrm>
              <a:off x="2317995" y="3420199"/>
              <a:ext cx="206760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kern="12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GET IN TOUCH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8706233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- Free Stock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oom with a table and chairs&#10;&#10;Description automatically generated">
            <a:extLst>
              <a:ext uri="{FF2B5EF4-FFF2-40B4-BE49-F238E27FC236}">
                <a16:creationId xmlns:a16="http://schemas.microsoft.com/office/drawing/2014/main" id="{E2DF20F8-663A-41BD-FCB8-D94FF00E93B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9789" r="1720" b="8201"/>
          <a:stretch/>
        </p:blipFill>
        <p:spPr>
          <a:xfrm>
            <a:off x="-1" y="0"/>
            <a:ext cx="12311743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DB163165-F8E7-6DD2-8157-88D98411D29E}"/>
              </a:ext>
            </a:extLst>
          </p:cNvPr>
          <p:cNvSpPr/>
          <p:nvPr userDrawn="1"/>
        </p:nvSpPr>
        <p:spPr>
          <a:xfrm>
            <a:off x="0" y="5378"/>
            <a:ext cx="12311742" cy="6852621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EE716B5-775B-C2AE-DD2B-176540517679}"/>
              </a:ext>
            </a:extLst>
          </p:cNvPr>
          <p:cNvGrpSpPr/>
          <p:nvPr userDrawn="1"/>
        </p:nvGrpSpPr>
        <p:grpSpPr>
          <a:xfrm>
            <a:off x="248116" y="2395421"/>
            <a:ext cx="11295984" cy="4217178"/>
            <a:chOff x="248116" y="2395421"/>
            <a:chExt cx="11295984" cy="4217178"/>
          </a:xfrm>
        </p:grpSpPr>
        <p:pic>
          <p:nvPicPr>
            <p:cNvPr id="21" name="Picture 20" descr="A red and black logo&#10;&#10;Description automatically generated">
              <a:extLst>
                <a:ext uri="{FF2B5EF4-FFF2-40B4-BE49-F238E27FC236}">
                  <a16:creationId xmlns:a16="http://schemas.microsoft.com/office/drawing/2014/main" id="{9AB04797-58BB-C2C3-4676-09A9D3AA8B9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8241215" y="5653817"/>
              <a:ext cx="3302885" cy="744161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51905E5-5599-59BB-DB5A-B2AEE0D88300}"/>
                </a:ext>
              </a:extLst>
            </p:cNvPr>
            <p:cNvSpPr txBox="1"/>
            <p:nvPr userDrawn="1"/>
          </p:nvSpPr>
          <p:spPr>
            <a:xfrm>
              <a:off x="2141316" y="2395421"/>
              <a:ext cx="3601733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000" kern="1200" dirty="0">
                  <a:solidFill>
                    <a:schemeClr val="tx2"/>
                  </a:solidFill>
                  <a:latin typeface="+mj-lt"/>
                  <a:ea typeface="+mn-ea"/>
                  <a:cs typeface="+mn-cs"/>
                </a:rPr>
                <a:t>Thank you.</a:t>
              </a: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FE548579-F6F0-372A-166E-0A4A9CBD4995}"/>
                </a:ext>
              </a:extLst>
            </p:cNvPr>
            <p:cNvGrpSpPr/>
            <p:nvPr userDrawn="1"/>
          </p:nvGrpSpPr>
          <p:grpSpPr>
            <a:xfrm>
              <a:off x="248116" y="5991520"/>
              <a:ext cx="2650603" cy="621079"/>
              <a:chOff x="248116" y="5991520"/>
              <a:chExt cx="2650603" cy="621079"/>
            </a:xfrm>
          </p:grpSpPr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2BA4017-C87C-8C59-76B4-ADFA85027084}"/>
                  </a:ext>
                </a:extLst>
              </p:cNvPr>
              <p:cNvSpPr txBox="1"/>
              <p:nvPr userDrawn="1"/>
            </p:nvSpPr>
            <p:spPr>
              <a:xfrm>
                <a:off x="248116" y="5991520"/>
                <a:ext cx="265060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PROMPTAIGLOBAL.COM</a:t>
                </a: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5237DDE-ACAA-4D81-0F3E-5E5D3666C3BC}"/>
                  </a:ext>
                </a:extLst>
              </p:cNvPr>
              <p:cNvSpPr txBox="1"/>
              <p:nvPr userDrawn="1"/>
            </p:nvSpPr>
            <p:spPr>
              <a:xfrm>
                <a:off x="248116" y="6397155"/>
                <a:ext cx="265060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800" dirty="0"/>
                  <a:t>© Copyright </a:t>
                </a:r>
                <a:r>
                  <a:rPr lang="en-US" sz="800" dirty="0" err="1"/>
                  <a:t>PromptAI</a:t>
                </a:r>
                <a:r>
                  <a:rPr lang="en-US" sz="800" dirty="0"/>
                  <a:t>. All rights reserved. </a:t>
                </a: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178D7E7-F78C-76F3-43A3-6443D091ADBF}"/>
                </a:ext>
              </a:extLst>
            </p:cNvPr>
            <p:cNvGrpSpPr/>
            <p:nvPr userDrawn="1"/>
          </p:nvGrpSpPr>
          <p:grpSpPr>
            <a:xfrm>
              <a:off x="2317995" y="3401084"/>
              <a:ext cx="2067602" cy="284480"/>
              <a:chOff x="2317995" y="3401084"/>
              <a:chExt cx="2067602" cy="284480"/>
            </a:xfrm>
          </p:grpSpPr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E7B6F65D-E564-51ED-E9CE-AF67E7E3F97E}"/>
                  </a:ext>
                </a:extLst>
              </p:cNvPr>
              <p:cNvSpPr/>
              <p:nvPr userDrawn="1"/>
            </p:nvSpPr>
            <p:spPr>
              <a:xfrm>
                <a:off x="2317995" y="3401084"/>
                <a:ext cx="2067601" cy="284480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FA2B1437-CA7A-D16C-A8EE-1B0A4B41A31B}"/>
                  </a:ext>
                </a:extLst>
              </p:cNvPr>
              <p:cNvSpPr/>
              <p:nvPr userDrawn="1"/>
            </p:nvSpPr>
            <p:spPr>
              <a:xfrm>
                <a:off x="2370039" y="3429000"/>
                <a:ext cx="1982011" cy="226873"/>
              </a:xfrm>
              <a:prstGeom prst="roundRect">
                <a:avLst>
                  <a:gd name="adj" fmla="val 50000"/>
                </a:avLst>
              </a:prstGeom>
              <a:noFill/>
              <a:ln w="3175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E8AAFD5-CB0B-19F8-75F5-2329BFE94465}"/>
                  </a:ext>
                </a:extLst>
              </p:cNvPr>
              <p:cNvSpPr txBox="1"/>
              <p:nvPr userDrawn="1"/>
            </p:nvSpPr>
            <p:spPr>
              <a:xfrm>
                <a:off x="2317995" y="3420199"/>
                <a:ext cx="206760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kern="1200" dirty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rPr>
                  <a:t>GET IN TOUCH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490885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.png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4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.png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18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5" Type="http://schemas.openxmlformats.org/officeDocument/2006/relationships/theme" Target="../theme/theme5.xml"/><Relationship Id="rId4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FD03C4-DBB3-CF9E-9CB5-FDA7EFF7B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367" y="1029005"/>
            <a:ext cx="10515600" cy="132556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B3E072-5B0A-85DC-F0E0-FD55ABBB1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7375" y="2327764"/>
            <a:ext cx="10515600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73519A-4D4F-8846-57A5-0DBE8FAC86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6719" y="6403934"/>
            <a:ext cx="2743200" cy="36512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 b="0" i="0">
                <a:solidFill>
                  <a:srgbClr val="262424"/>
                </a:solidFill>
                <a:latin typeface="Safiro" pitchFamily="2" charset="77"/>
              </a:defRPr>
            </a:lvl1pPr>
          </a:lstStyle>
          <a:p>
            <a:r>
              <a:rPr lang="en-US" dirty="0"/>
              <a:t> </a:t>
            </a:r>
            <a:fld id="{EA84C60B-F168-724B-9D3E-48701E2302BB}" type="datetimeFigureOut">
              <a:rPr lang="en-US" smtClean="0"/>
              <a:pPr/>
              <a:t>3/6/2026</a:t>
            </a:fld>
            <a:r>
              <a:rPr lang="en-US" dirty="0"/>
              <a:t>  &gt;  </a:t>
            </a:r>
            <a:fld id="{BD3A8CDB-6ED7-3248-93F3-36B845814950}" type="slidenum">
              <a:rPr lang="en-US" smtClean="0"/>
              <a:pPr/>
              <a:t>‹#›</a:t>
            </a:fld>
            <a:r>
              <a:rPr lang="en-US" dirty="0"/>
              <a:t> 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E18D504-27CB-EEC9-B7AB-969D7BAE462E}"/>
              </a:ext>
            </a:extLst>
          </p:cNvPr>
          <p:cNvCxnSpPr>
            <a:cxnSpLocks/>
          </p:cNvCxnSpPr>
          <p:nvPr userDrawn="1"/>
        </p:nvCxnSpPr>
        <p:spPr>
          <a:xfrm>
            <a:off x="317696" y="457200"/>
            <a:ext cx="11556609" cy="0"/>
          </a:xfrm>
          <a:prstGeom prst="line">
            <a:avLst/>
          </a:prstGeom>
          <a:ln w="3175">
            <a:solidFill>
              <a:srgbClr val="7D7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BF32C68-A694-7CE2-5373-E47461315040}"/>
              </a:ext>
            </a:extLst>
          </p:cNvPr>
          <p:cNvCxnSpPr>
            <a:cxnSpLocks/>
          </p:cNvCxnSpPr>
          <p:nvPr userDrawn="1"/>
        </p:nvCxnSpPr>
        <p:spPr>
          <a:xfrm>
            <a:off x="317696" y="6405613"/>
            <a:ext cx="11556609" cy="0"/>
          </a:xfrm>
          <a:prstGeom prst="line">
            <a:avLst/>
          </a:prstGeom>
          <a:ln w="3175">
            <a:solidFill>
              <a:srgbClr val="7D7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CD11B76-D34C-06E9-A63D-9DD7581849DE}"/>
              </a:ext>
            </a:extLst>
          </p:cNvPr>
          <p:cNvSpPr txBox="1"/>
          <p:nvPr userDrawn="1"/>
        </p:nvSpPr>
        <p:spPr>
          <a:xfrm>
            <a:off x="9298004" y="200252"/>
            <a:ext cx="2576301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800" b="0" i="0" dirty="0">
                <a:latin typeface="Safiro" pitchFamily="2" charset="77"/>
              </a:rPr>
              <a:t>PROPOSAL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24EAC2E-8621-DC02-A076-600DFAF591E7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rcRect/>
          <a:stretch/>
        </p:blipFill>
        <p:spPr>
          <a:xfrm>
            <a:off x="320872" y="169090"/>
            <a:ext cx="869753" cy="19596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FBE53F9-54EB-EF61-2B58-45365B32A0C3}"/>
              </a:ext>
            </a:extLst>
          </p:cNvPr>
          <p:cNvSpPr txBox="1"/>
          <p:nvPr userDrawn="1"/>
        </p:nvSpPr>
        <p:spPr>
          <a:xfrm>
            <a:off x="312081" y="6525778"/>
            <a:ext cx="2576301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800" b="0" i="0" dirty="0">
                <a:latin typeface="Safiro" pitchFamily="2" charset="77"/>
              </a:rPr>
              <a:t>PROMPTAIGLOBAL.COM</a:t>
            </a:r>
          </a:p>
        </p:txBody>
      </p:sp>
    </p:spTree>
    <p:extLst>
      <p:ext uri="{BB962C8B-B14F-4D97-AF65-F5344CB8AC3E}">
        <p14:creationId xmlns:p14="http://schemas.microsoft.com/office/powerpoint/2010/main" val="2524166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8" r:id="rId2"/>
    <p:sldLayoutId id="2147483650" r:id="rId3"/>
    <p:sldLayoutId id="2147483673" r:id="rId4"/>
    <p:sldLayoutId id="2147483672" r:id="rId5"/>
    <p:sldLayoutId id="2147483651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189" userDrawn="1">
          <p15:clr>
            <a:srgbClr val="F26B43"/>
          </p15:clr>
        </p15:guide>
        <p15:guide id="4" pos="370" userDrawn="1">
          <p15:clr>
            <a:srgbClr val="F26B43"/>
          </p15:clr>
        </p15:guide>
        <p15:guide id="5" pos="7287" userDrawn="1">
          <p15:clr>
            <a:srgbClr val="F26B43"/>
          </p15:clr>
        </p15:guide>
        <p15:guide id="6" pos="7491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FD03C4-DBB3-CF9E-9CB5-FDA7EFF7B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367" y="1029005"/>
            <a:ext cx="10515600" cy="132556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B3E072-5B0A-85DC-F0E0-FD55ABBB1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7375" y="2327764"/>
            <a:ext cx="10515600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73519A-4D4F-8846-57A5-0DBE8FAC86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6719" y="6403934"/>
            <a:ext cx="2743200" cy="36512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 b="0" i="0">
                <a:solidFill>
                  <a:srgbClr val="262424"/>
                </a:solidFill>
                <a:latin typeface="Safiro" pitchFamily="2" charset="77"/>
              </a:defRPr>
            </a:lvl1pPr>
          </a:lstStyle>
          <a:p>
            <a:r>
              <a:rPr lang="en-US" dirty="0"/>
              <a:t> </a:t>
            </a:r>
            <a:fld id="{EA84C60B-F168-724B-9D3E-48701E2302BB}" type="datetimeFigureOut">
              <a:rPr lang="en-US" smtClean="0"/>
              <a:pPr/>
              <a:t>3/6/2026</a:t>
            </a:fld>
            <a:r>
              <a:rPr lang="en-US" dirty="0"/>
              <a:t>  &gt;  </a:t>
            </a:r>
            <a:fld id="{BD3A8CDB-6ED7-3248-93F3-36B845814950}" type="slidenum">
              <a:rPr lang="en-US" smtClean="0"/>
              <a:pPr/>
              <a:t>‹#›</a:t>
            </a:fld>
            <a:r>
              <a:rPr lang="en-US" dirty="0"/>
              <a:t> 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E18D504-27CB-EEC9-B7AB-969D7BAE462E}"/>
              </a:ext>
            </a:extLst>
          </p:cNvPr>
          <p:cNvCxnSpPr>
            <a:cxnSpLocks/>
          </p:cNvCxnSpPr>
          <p:nvPr userDrawn="1"/>
        </p:nvCxnSpPr>
        <p:spPr>
          <a:xfrm>
            <a:off x="317696" y="457200"/>
            <a:ext cx="11556609" cy="0"/>
          </a:xfrm>
          <a:prstGeom prst="line">
            <a:avLst/>
          </a:prstGeom>
          <a:ln w="3175">
            <a:solidFill>
              <a:srgbClr val="7D7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BF32C68-A694-7CE2-5373-E47461315040}"/>
              </a:ext>
            </a:extLst>
          </p:cNvPr>
          <p:cNvCxnSpPr>
            <a:cxnSpLocks/>
          </p:cNvCxnSpPr>
          <p:nvPr userDrawn="1"/>
        </p:nvCxnSpPr>
        <p:spPr>
          <a:xfrm>
            <a:off x="317696" y="6405613"/>
            <a:ext cx="11556609" cy="0"/>
          </a:xfrm>
          <a:prstGeom prst="line">
            <a:avLst/>
          </a:prstGeom>
          <a:ln w="3175">
            <a:solidFill>
              <a:srgbClr val="7D7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CD11B76-D34C-06E9-A63D-9DD7581849DE}"/>
              </a:ext>
            </a:extLst>
          </p:cNvPr>
          <p:cNvSpPr txBox="1"/>
          <p:nvPr userDrawn="1"/>
        </p:nvSpPr>
        <p:spPr>
          <a:xfrm>
            <a:off x="9298004" y="200252"/>
            <a:ext cx="2576301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800" b="0" i="0" dirty="0">
                <a:latin typeface="Safiro" pitchFamily="2" charset="77"/>
              </a:rPr>
              <a:t>PROPOSAL</a:t>
            </a:r>
          </a:p>
        </p:txBody>
      </p:sp>
      <p:pic>
        <p:nvPicPr>
          <p:cNvPr id="20" name="Picture 19" descr="A red and black logo&#10;&#10;Description automatically generated">
            <a:extLst>
              <a:ext uri="{FF2B5EF4-FFF2-40B4-BE49-F238E27FC236}">
                <a16:creationId xmlns:a16="http://schemas.microsoft.com/office/drawing/2014/main" id="{124EAC2E-8621-DC02-A076-600DFAF591E7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320872" y="169090"/>
            <a:ext cx="869754" cy="19596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FBE53F9-54EB-EF61-2B58-45365B32A0C3}"/>
              </a:ext>
            </a:extLst>
          </p:cNvPr>
          <p:cNvSpPr txBox="1"/>
          <p:nvPr userDrawn="1"/>
        </p:nvSpPr>
        <p:spPr>
          <a:xfrm>
            <a:off x="312081" y="6525778"/>
            <a:ext cx="2576301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800" b="0" i="0" dirty="0">
                <a:latin typeface="Safiro" pitchFamily="2" charset="77"/>
              </a:rPr>
              <a:t>PROMPTAIGLOBAL.COM</a:t>
            </a:r>
          </a:p>
        </p:txBody>
      </p:sp>
    </p:spTree>
    <p:extLst>
      <p:ext uri="{BB962C8B-B14F-4D97-AF65-F5344CB8AC3E}">
        <p14:creationId xmlns:p14="http://schemas.microsoft.com/office/powerpoint/2010/main" val="851003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1" r:id="rId2"/>
    <p:sldLayoutId id="2147483682" r:id="rId3"/>
    <p:sldLayoutId id="2147483683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189" userDrawn="1">
          <p15:clr>
            <a:srgbClr val="F26B43"/>
          </p15:clr>
        </p15:guide>
        <p15:guide id="4" pos="370" userDrawn="1">
          <p15:clr>
            <a:srgbClr val="F26B43"/>
          </p15:clr>
        </p15:guide>
        <p15:guide id="5" pos="7287" userDrawn="1">
          <p15:clr>
            <a:srgbClr val="F26B43"/>
          </p15:clr>
        </p15:guide>
        <p15:guide id="6" pos="7491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FD03C4-DBB3-CF9E-9CB5-FDA7EFF7B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367" y="1029005"/>
            <a:ext cx="10515600" cy="132556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B3E072-5B0A-85DC-F0E0-FD55ABBB1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7375" y="2327764"/>
            <a:ext cx="10515600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73519A-4D4F-8846-57A5-0DBE8FAC86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6719" y="6403934"/>
            <a:ext cx="2743200" cy="36512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 b="0" i="0">
                <a:solidFill>
                  <a:srgbClr val="262424"/>
                </a:solidFill>
                <a:latin typeface="Safiro" pitchFamily="2" charset="77"/>
              </a:defRPr>
            </a:lvl1pPr>
          </a:lstStyle>
          <a:p>
            <a:r>
              <a:rPr lang="en-US" dirty="0"/>
              <a:t> </a:t>
            </a:r>
            <a:fld id="{EA84C60B-F168-724B-9D3E-48701E2302BB}" type="datetimeFigureOut">
              <a:rPr lang="en-US" smtClean="0"/>
              <a:pPr/>
              <a:t>3/6/2026</a:t>
            </a:fld>
            <a:r>
              <a:rPr lang="en-US" dirty="0"/>
              <a:t>  &gt;  </a:t>
            </a:r>
            <a:fld id="{BD3A8CDB-6ED7-3248-93F3-36B845814950}" type="slidenum">
              <a:rPr lang="en-US" smtClean="0"/>
              <a:pPr/>
              <a:t>‹#›</a:t>
            </a:fld>
            <a:r>
              <a:rPr lang="en-US" dirty="0"/>
              <a:t> 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E18D504-27CB-EEC9-B7AB-969D7BAE462E}"/>
              </a:ext>
            </a:extLst>
          </p:cNvPr>
          <p:cNvCxnSpPr>
            <a:cxnSpLocks/>
          </p:cNvCxnSpPr>
          <p:nvPr userDrawn="1"/>
        </p:nvCxnSpPr>
        <p:spPr>
          <a:xfrm>
            <a:off x="317696" y="457200"/>
            <a:ext cx="11556609" cy="0"/>
          </a:xfrm>
          <a:prstGeom prst="line">
            <a:avLst/>
          </a:prstGeom>
          <a:ln w="3175">
            <a:solidFill>
              <a:srgbClr val="7D7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BF32C68-A694-7CE2-5373-E47461315040}"/>
              </a:ext>
            </a:extLst>
          </p:cNvPr>
          <p:cNvCxnSpPr>
            <a:cxnSpLocks/>
          </p:cNvCxnSpPr>
          <p:nvPr userDrawn="1"/>
        </p:nvCxnSpPr>
        <p:spPr>
          <a:xfrm>
            <a:off x="317696" y="6405613"/>
            <a:ext cx="11556609" cy="0"/>
          </a:xfrm>
          <a:prstGeom prst="line">
            <a:avLst/>
          </a:prstGeom>
          <a:ln w="3175">
            <a:solidFill>
              <a:srgbClr val="7D7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CD11B76-D34C-06E9-A63D-9DD7581849DE}"/>
              </a:ext>
            </a:extLst>
          </p:cNvPr>
          <p:cNvSpPr txBox="1"/>
          <p:nvPr userDrawn="1"/>
        </p:nvSpPr>
        <p:spPr>
          <a:xfrm>
            <a:off x="9298004" y="200252"/>
            <a:ext cx="2576301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800" b="0" i="0" dirty="0">
                <a:latin typeface="Safiro" pitchFamily="2" charset="77"/>
              </a:rPr>
              <a:t>PROPOSAL</a:t>
            </a:r>
          </a:p>
        </p:txBody>
      </p:sp>
      <p:pic>
        <p:nvPicPr>
          <p:cNvPr id="20" name="Picture 19" descr="A red and black logo&#10;&#10;Description automatically generated">
            <a:extLst>
              <a:ext uri="{FF2B5EF4-FFF2-40B4-BE49-F238E27FC236}">
                <a16:creationId xmlns:a16="http://schemas.microsoft.com/office/drawing/2014/main" id="{124EAC2E-8621-DC02-A076-600DFAF591E7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320872" y="169090"/>
            <a:ext cx="869754" cy="19596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FBE53F9-54EB-EF61-2B58-45365B32A0C3}"/>
              </a:ext>
            </a:extLst>
          </p:cNvPr>
          <p:cNvSpPr txBox="1"/>
          <p:nvPr userDrawn="1"/>
        </p:nvSpPr>
        <p:spPr>
          <a:xfrm>
            <a:off x="312081" y="6525778"/>
            <a:ext cx="2576301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800" b="0" i="0" dirty="0">
                <a:latin typeface="Safiro" pitchFamily="2" charset="77"/>
              </a:rPr>
              <a:t>PROMPTAIGLOBAL.COM</a:t>
            </a:r>
          </a:p>
        </p:txBody>
      </p:sp>
    </p:spTree>
    <p:extLst>
      <p:ext uri="{BB962C8B-B14F-4D97-AF65-F5344CB8AC3E}">
        <p14:creationId xmlns:p14="http://schemas.microsoft.com/office/powerpoint/2010/main" val="2655358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189" userDrawn="1">
          <p15:clr>
            <a:srgbClr val="F26B43"/>
          </p15:clr>
        </p15:guide>
        <p15:guide id="4" pos="370" userDrawn="1">
          <p15:clr>
            <a:srgbClr val="F26B43"/>
          </p15:clr>
        </p15:guide>
        <p15:guide id="5" pos="7287" userDrawn="1">
          <p15:clr>
            <a:srgbClr val="F26B43"/>
          </p15:clr>
        </p15:guide>
        <p15:guide id="6" pos="7491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FD03C4-DBB3-CF9E-9CB5-FDA7EFF7B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367" y="1029005"/>
            <a:ext cx="10515600" cy="132556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B3E072-5B0A-85DC-F0E0-FD55ABBB1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7375" y="2327764"/>
            <a:ext cx="10515600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73519A-4D4F-8846-57A5-0DBE8FAC86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6719" y="6403934"/>
            <a:ext cx="2743200" cy="36512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 b="0" i="0">
                <a:solidFill>
                  <a:srgbClr val="262424"/>
                </a:solidFill>
                <a:latin typeface="Safiro" pitchFamily="2" charset="77"/>
              </a:defRPr>
            </a:lvl1pPr>
          </a:lstStyle>
          <a:p>
            <a:r>
              <a:rPr lang="en-US" dirty="0"/>
              <a:t> </a:t>
            </a:r>
            <a:fld id="{EA84C60B-F168-724B-9D3E-48701E2302BB}" type="datetimeFigureOut">
              <a:rPr lang="en-US" smtClean="0"/>
              <a:pPr/>
              <a:t>3/6/2026</a:t>
            </a:fld>
            <a:r>
              <a:rPr lang="en-US" dirty="0"/>
              <a:t>  &gt;  </a:t>
            </a:r>
            <a:fld id="{BD3A8CDB-6ED7-3248-93F3-36B845814950}" type="slidenum">
              <a:rPr lang="en-US" smtClean="0"/>
              <a:pPr/>
              <a:t>‹#›</a:t>
            </a:fld>
            <a:r>
              <a:rPr lang="en-US" dirty="0"/>
              <a:t> 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E18D504-27CB-EEC9-B7AB-969D7BAE462E}"/>
              </a:ext>
            </a:extLst>
          </p:cNvPr>
          <p:cNvCxnSpPr>
            <a:cxnSpLocks/>
          </p:cNvCxnSpPr>
          <p:nvPr userDrawn="1"/>
        </p:nvCxnSpPr>
        <p:spPr>
          <a:xfrm>
            <a:off x="317696" y="457200"/>
            <a:ext cx="11556609" cy="0"/>
          </a:xfrm>
          <a:prstGeom prst="line">
            <a:avLst/>
          </a:prstGeom>
          <a:ln w="3175">
            <a:solidFill>
              <a:srgbClr val="7D7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BF32C68-A694-7CE2-5373-E47461315040}"/>
              </a:ext>
            </a:extLst>
          </p:cNvPr>
          <p:cNvCxnSpPr>
            <a:cxnSpLocks/>
          </p:cNvCxnSpPr>
          <p:nvPr userDrawn="1"/>
        </p:nvCxnSpPr>
        <p:spPr>
          <a:xfrm>
            <a:off x="317696" y="6405613"/>
            <a:ext cx="11556609" cy="0"/>
          </a:xfrm>
          <a:prstGeom prst="line">
            <a:avLst/>
          </a:prstGeom>
          <a:ln w="3175">
            <a:solidFill>
              <a:srgbClr val="7D7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CD11B76-D34C-06E9-A63D-9DD7581849DE}"/>
              </a:ext>
            </a:extLst>
          </p:cNvPr>
          <p:cNvSpPr txBox="1"/>
          <p:nvPr userDrawn="1"/>
        </p:nvSpPr>
        <p:spPr>
          <a:xfrm>
            <a:off x="9298004" y="200252"/>
            <a:ext cx="2576301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800" b="0" i="0" dirty="0">
                <a:latin typeface="Safiro" pitchFamily="2" charset="77"/>
              </a:rPr>
              <a:t>PROPOSAL</a:t>
            </a:r>
          </a:p>
        </p:txBody>
      </p:sp>
      <p:pic>
        <p:nvPicPr>
          <p:cNvPr id="20" name="Picture 19" descr="A red and black logo&#10;&#10;Description automatically generated">
            <a:extLst>
              <a:ext uri="{FF2B5EF4-FFF2-40B4-BE49-F238E27FC236}">
                <a16:creationId xmlns:a16="http://schemas.microsoft.com/office/drawing/2014/main" id="{124EAC2E-8621-DC02-A076-600DFAF591E7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320872" y="169090"/>
            <a:ext cx="869754" cy="19596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FBE53F9-54EB-EF61-2B58-45365B32A0C3}"/>
              </a:ext>
            </a:extLst>
          </p:cNvPr>
          <p:cNvSpPr txBox="1"/>
          <p:nvPr userDrawn="1"/>
        </p:nvSpPr>
        <p:spPr>
          <a:xfrm>
            <a:off x="312081" y="6525778"/>
            <a:ext cx="2576301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800" b="0" i="0" dirty="0">
                <a:latin typeface="Safiro" pitchFamily="2" charset="77"/>
              </a:rPr>
              <a:t>PROMPTAIGLOBAL.COM</a:t>
            </a:r>
          </a:p>
        </p:txBody>
      </p:sp>
    </p:spTree>
    <p:extLst>
      <p:ext uri="{BB962C8B-B14F-4D97-AF65-F5344CB8AC3E}">
        <p14:creationId xmlns:p14="http://schemas.microsoft.com/office/powerpoint/2010/main" val="1667397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88" r:id="rId2"/>
    <p:sldLayoutId id="2147483689" r:id="rId3"/>
    <p:sldLayoutId id="2147483690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189" userDrawn="1">
          <p15:clr>
            <a:srgbClr val="F26B43"/>
          </p15:clr>
        </p15:guide>
        <p15:guide id="4" pos="370" userDrawn="1">
          <p15:clr>
            <a:srgbClr val="F26B43"/>
          </p15:clr>
        </p15:guide>
        <p15:guide id="5" pos="7287" userDrawn="1">
          <p15:clr>
            <a:srgbClr val="F26B43"/>
          </p15:clr>
        </p15:guide>
        <p15:guide id="6" pos="7491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0061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4" r:id="rId2"/>
    <p:sldLayoutId id="2147483675" r:id="rId3"/>
    <p:sldLayoutId id="2147483676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5D4FDDD4-B1BF-B463-8709-9AF09CE4602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A5D1EB-F435-4227-A7B9-4E4DA46D107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AA0AAA-FA55-55CE-B67E-41A63D1514A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AADBFF-19C9-C4BA-FAF7-0C756BF5AE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678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81717703-14B9-A0C2-3366-0D3FC8DCEBF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CC64D1-3B03-D4C9-1315-3AC41FCDE5F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BF35B5-B470-1779-D40E-3E03D2B8F35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AC9DD6-14D6-BCB1-2091-762BD890E9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2273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4F527-7EB3-2DED-1EB8-83D8CCAB2B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amera 6">
            <a:extLst>
              <a:ext uri="{FF2B5EF4-FFF2-40B4-BE49-F238E27FC236}">
                <a16:creationId xmlns:a16="http://schemas.microsoft.com/office/drawing/2014/main" id="{77C359E7-D295-DE28-E528-FD372F0E0BED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03239" y="0"/>
            <a:ext cx="985521" cy="985521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382137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D82D902-6425-5843-C535-3A5D8CAF983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4D3E8E-2F76-8C1D-C3AF-69AFBAC95B8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4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70C6939-8F14-9CF5-A57D-F156401C84F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50706D-A70F-7D27-A10D-A6BC6D34CB3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6127B0E-5005-7AA8-D7F7-F94625B76CA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7170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621926-EF97-C9F4-D285-39C386C54B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B3EAD1-98AA-5F1F-C75D-4989ECD596C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0644CBE-5918-1C3F-4F76-F30AECD7294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560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5C4906C-7533-AACD-6F4D-98BFA71928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467EEB-DC28-C915-3BFA-C534435FDD1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1F3F2C-6C86-99E3-0F78-F7C7DF69E3C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3481AB-441D-2D8C-806A-7DDBB7C116D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D878B5D-0ED5-A584-D221-F89B12A115F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013C18B-38A6-07DC-04A5-FFF0FB12B2E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EA1A444-5D97-B535-8ABE-67AC2453817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69F5483-2B66-E7FA-7775-930BDE0994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6E56981-FD0A-5546-F774-5D8AC7D70BE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433D47E-3BB2-0900-926C-B7D31D5E2C4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5473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B7DF77F-1869-2B32-0DA8-E0709AB28B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5" y="1142048"/>
            <a:ext cx="8975725" cy="525288"/>
          </a:xfrm>
        </p:spPr>
        <p:txBody>
          <a:bodyPr/>
          <a:lstStyle/>
          <a:p>
            <a:r>
              <a:rPr lang="en-US" dirty="0"/>
              <a:t>NB The circles are editable on this slide!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5D0863-0AFB-F195-D850-8C06C585087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They’re not on the master slide for this one. 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201C660-A4C3-26E2-B398-49B1D6FF5817}"/>
              </a:ext>
            </a:extLst>
          </p:cNvPr>
          <p:cNvSpPr/>
          <p:nvPr/>
        </p:nvSpPr>
        <p:spPr>
          <a:xfrm>
            <a:off x="721359" y="2737271"/>
            <a:ext cx="2072625" cy="2072625"/>
          </a:xfrm>
          <a:prstGeom prst="ellipse">
            <a:avLst/>
          </a:prstGeom>
          <a:noFill/>
          <a:ln w="317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12D8CB4-80AB-662F-5A4A-A49256309A17}"/>
              </a:ext>
            </a:extLst>
          </p:cNvPr>
          <p:cNvSpPr/>
          <p:nvPr/>
        </p:nvSpPr>
        <p:spPr>
          <a:xfrm>
            <a:off x="855547" y="2871459"/>
            <a:ext cx="1804248" cy="1804248"/>
          </a:xfrm>
          <a:prstGeom prst="ellipse">
            <a:avLst/>
          </a:prstGeom>
          <a:noFill/>
          <a:ln w="317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B332F362-97F5-BBA6-268F-49CE6DBD9445}"/>
              </a:ext>
            </a:extLst>
          </p:cNvPr>
          <p:cNvSpPr txBox="1">
            <a:spLocks/>
          </p:cNvSpPr>
          <p:nvPr/>
        </p:nvSpPr>
        <p:spPr>
          <a:xfrm>
            <a:off x="855663" y="3484880"/>
            <a:ext cx="1803400" cy="7366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5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XX%</a:t>
            </a:r>
            <a:endParaRPr lang="en-US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98C3195-45CD-74CF-08AB-E23828D5FD41}"/>
              </a:ext>
            </a:extLst>
          </p:cNvPr>
          <p:cNvSpPr/>
          <p:nvPr/>
        </p:nvSpPr>
        <p:spPr>
          <a:xfrm>
            <a:off x="726383" y="5369616"/>
            <a:ext cx="2067601" cy="284480"/>
          </a:xfrm>
          <a:prstGeom prst="roundRect">
            <a:avLst>
              <a:gd name="adj" fmla="val 50000"/>
            </a:avLst>
          </a:prstGeom>
          <a:noFill/>
          <a:ln w="317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1419FBDA-93C0-5B85-DAFD-7E930A399C66}"/>
              </a:ext>
            </a:extLst>
          </p:cNvPr>
          <p:cNvSpPr txBox="1">
            <a:spLocks/>
          </p:cNvSpPr>
          <p:nvPr/>
        </p:nvSpPr>
        <p:spPr>
          <a:xfrm>
            <a:off x="893763" y="5420457"/>
            <a:ext cx="1727200" cy="215444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CALL TO ACTION</a:t>
            </a:r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BF9ED94-2C04-2E07-06A9-55F67814BFFB}"/>
              </a:ext>
            </a:extLst>
          </p:cNvPr>
          <p:cNvSpPr/>
          <p:nvPr/>
        </p:nvSpPr>
        <p:spPr>
          <a:xfrm>
            <a:off x="3327399" y="2737271"/>
            <a:ext cx="2072625" cy="2072625"/>
          </a:xfrm>
          <a:prstGeom prst="ellipse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44BFDE7-D6EC-DF0A-D803-9357BD380831}"/>
              </a:ext>
            </a:extLst>
          </p:cNvPr>
          <p:cNvSpPr/>
          <p:nvPr/>
        </p:nvSpPr>
        <p:spPr>
          <a:xfrm>
            <a:off x="3461587" y="2871459"/>
            <a:ext cx="1804248" cy="1804248"/>
          </a:xfrm>
          <a:prstGeom prst="ellipse">
            <a:avLst/>
          </a:prstGeom>
          <a:noFill/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C11B043-973A-06AD-29E5-FC09744E4E45}"/>
              </a:ext>
            </a:extLst>
          </p:cNvPr>
          <p:cNvSpPr txBox="1">
            <a:spLocks/>
          </p:cNvSpPr>
          <p:nvPr/>
        </p:nvSpPr>
        <p:spPr>
          <a:xfrm>
            <a:off x="3461703" y="3484880"/>
            <a:ext cx="1803400" cy="7366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5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XX%</a:t>
            </a:r>
            <a:endParaRPr lang="en-US" dirty="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49D5AAF-FC5D-31A4-EF27-DC4918DEEF88}"/>
              </a:ext>
            </a:extLst>
          </p:cNvPr>
          <p:cNvSpPr/>
          <p:nvPr/>
        </p:nvSpPr>
        <p:spPr>
          <a:xfrm>
            <a:off x="3332423" y="5369616"/>
            <a:ext cx="2067601" cy="28448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0E6B8EC3-9E19-9027-3285-C47C2D66A33C}"/>
              </a:ext>
            </a:extLst>
          </p:cNvPr>
          <p:cNvSpPr txBox="1">
            <a:spLocks/>
          </p:cNvSpPr>
          <p:nvPr/>
        </p:nvSpPr>
        <p:spPr>
          <a:xfrm>
            <a:off x="3499803" y="5420457"/>
            <a:ext cx="1727200" cy="215444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CALL TO ACTION</a:t>
            </a:r>
            <a:endParaRPr lang="en-US" dirty="0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19583561-04AB-3D18-9938-07483620E1EE}"/>
              </a:ext>
            </a:extLst>
          </p:cNvPr>
          <p:cNvSpPr/>
          <p:nvPr/>
        </p:nvSpPr>
        <p:spPr>
          <a:xfrm>
            <a:off x="3384467" y="5397532"/>
            <a:ext cx="1982011" cy="226873"/>
          </a:xfrm>
          <a:prstGeom prst="roundRect">
            <a:avLst>
              <a:gd name="adj" fmla="val 50000"/>
            </a:avLst>
          </a:prstGeom>
          <a:noFill/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F542F47-9960-A762-4D2E-9A43793F16FE}"/>
              </a:ext>
            </a:extLst>
          </p:cNvPr>
          <p:cNvSpPr/>
          <p:nvPr/>
        </p:nvSpPr>
        <p:spPr>
          <a:xfrm>
            <a:off x="6108074" y="2737271"/>
            <a:ext cx="2072625" cy="2072625"/>
          </a:xfrm>
          <a:prstGeom prst="ellipse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5B7263C-6926-F6D6-0F08-3AD9E18BDFEF}"/>
              </a:ext>
            </a:extLst>
          </p:cNvPr>
          <p:cNvSpPr/>
          <p:nvPr/>
        </p:nvSpPr>
        <p:spPr>
          <a:xfrm>
            <a:off x="6242262" y="2871459"/>
            <a:ext cx="1804248" cy="1804248"/>
          </a:xfrm>
          <a:prstGeom prst="ellipse">
            <a:avLst/>
          </a:prstGeom>
          <a:noFill/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B23A26C7-CA77-8903-3444-269A13D16152}"/>
              </a:ext>
            </a:extLst>
          </p:cNvPr>
          <p:cNvSpPr txBox="1">
            <a:spLocks/>
          </p:cNvSpPr>
          <p:nvPr/>
        </p:nvSpPr>
        <p:spPr>
          <a:xfrm>
            <a:off x="6242378" y="3484880"/>
            <a:ext cx="1803400" cy="7366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5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XX%</a:t>
            </a:r>
            <a:endParaRPr lang="en-US" dirty="0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FEA300E6-41E9-7C0E-AADF-4973B2FA5648}"/>
              </a:ext>
            </a:extLst>
          </p:cNvPr>
          <p:cNvSpPr/>
          <p:nvPr/>
        </p:nvSpPr>
        <p:spPr>
          <a:xfrm>
            <a:off x="6113098" y="5369616"/>
            <a:ext cx="2067601" cy="28448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955F7CE6-85A9-7981-A50A-1140D502A825}"/>
              </a:ext>
            </a:extLst>
          </p:cNvPr>
          <p:cNvSpPr txBox="1">
            <a:spLocks/>
          </p:cNvSpPr>
          <p:nvPr/>
        </p:nvSpPr>
        <p:spPr>
          <a:xfrm>
            <a:off x="6280478" y="5420457"/>
            <a:ext cx="1727200" cy="215444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CALL TO ACTION</a:t>
            </a:r>
            <a:endParaRPr lang="en-US" dirty="0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7376C909-B2A6-241B-1B83-9CEA4B52452F}"/>
              </a:ext>
            </a:extLst>
          </p:cNvPr>
          <p:cNvSpPr/>
          <p:nvPr/>
        </p:nvSpPr>
        <p:spPr>
          <a:xfrm>
            <a:off x="6165142" y="5397532"/>
            <a:ext cx="1982011" cy="226873"/>
          </a:xfrm>
          <a:prstGeom prst="roundRect">
            <a:avLst>
              <a:gd name="adj" fmla="val 50000"/>
            </a:avLst>
          </a:prstGeom>
          <a:noFill/>
          <a:ln w="31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C960642-D884-6EED-51D8-BB724CD27262}"/>
              </a:ext>
            </a:extLst>
          </p:cNvPr>
          <p:cNvSpPr/>
          <p:nvPr/>
        </p:nvSpPr>
        <p:spPr>
          <a:xfrm>
            <a:off x="8730826" y="2737271"/>
            <a:ext cx="2072625" cy="2072625"/>
          </a:xfrm>
          <a:prstGeom prst="ellipse">
            <a:avLst/>
          </a:prstGeom>
          <a:noFill/>
          <a:ln w="31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2625AB7-55D1-1A74-0755-153EFD597CEF}"/>
              </a:ext>
            </a:extLst>
          </p:cNvPr>
          <p:cNvSpPr/>
          <p:nvPr/>
        </p:nvSpPr>
        <p:spPr>
          <a:xfrm>
            <a:off x="8865014" y="2871459"/>
            <a:ext cx="1804248" cy="1804248"/>
          </a:xfrm>
          <a:prstGeom prst="ellipse">
            <a:avLst/>
          </a:prstGeom>
          <a:noFill/>
          <a:ln w="31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91732589-E078-0B91-05F8-1E7A763A1EEA}"/>
              </a:ext>
            </a:extLst>
          </p:cNvPr>
          <p:cNvSpPr txBox="1">
            <a:spLocks/>
          </p:cNvSpPr>
          <p:nvPr/>
        </p:nvSpPr>
        <p:spPr>
          <a:xfrm>
            <a:off x="8865130" y="3484880"/>
            <a:ext cx="1803400" cy="7366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5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XX%</a:t>
            </a:r>
            <a:endParaRPr lang="en-US" dirty="0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BBE01396-59C8-AAED-6108-04FA8444193C}"/>
              </a:ext>
            </a:extLst>
          </p:cNvPr>
          <p:cNvSpPr/>
          <p:nvPr/>
        </p:nvSpPr>
        <p:spPr>
          <a:xfrm>
            <a:off x="8735850" y="5369616"/>
            <a:ext cx="2067601" cy="284480"/>
          </a:xfrm>
          <a:prstGeom prst="roundRect">
            <a:avLst>
              <a:gd name="adj" fmla="val 50000"/>
            </a:avLst>
          </a:prstGeom>
          <a:noFill/>
          <a:ln w="31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94BCBD06-4A00-87BF-7846-F12DBDF27BA5}"/>
              </a:ext>
            </a:extLst>
          </p:cNvPr>
          <p:cNvSpPr txBox="1">
            <a:spLocks/>
          </p:cNvSpPr>
          <p:nvPr/>
        </p:nvSpPr>
        <p:spPr>
          <a:xfrm>
            <a:off x="8903230" y="5420457"/>
            <a:ext cx="1727200" cy="215444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CALL TO ACTION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29152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DD1564C-3E17-3164-1081-715E9F856EA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9EBCE3-A5D6-B800-D403-098E0369BB3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4918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20704BF-654E-56C6-202A-76F7A307F1F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1FEBDB-361A-D934-8BDD-11758529EAF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6399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B7FB242-B2D4-0A31-8E81-C181EBF51D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5A35CD-C084-8645-DE84-5338881A25E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73D02EE-3E25-01E8-61B2-64831DE171E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2879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B7E981D-38F6-0854-BFB1-5BF92EC5EB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A877AE-5408-70D5-F280-4E81C2883BB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CEA5B7B-F32A-D33D-D235-19136311D5C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341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9B9B874-A6E3-174D-BA01-F986FBA759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F9F20C-E00C-3D27-B181-90B148ACEC8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6C6FBC-8A5C-EF8C-A399-6C5E05A8D63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2B21F2-ED3B-AA44-6057-28021A8C587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59BAF0-5DCB-C0C8-39C2-81857717AEA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E7D2080-6C7E-AAE5-B93C-F0D5E958145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80B6434-455E-D009-C431-5A3D8334CEF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D1E1A72-D559-66E9-7D6B-D9A88C1601D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7671D1A-CAE0-5657-752C-BE2299BCC9F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ED26FEE-7B2E-93F2-52F1-36C3D9B8954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8306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B7DF77F-1869-2B32-0DA8-E0709AB28B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5" y="1142048"/>
            <a:ext cx="8975725" cy="525288"/>
          </a:xfrm>
        </p:spPr>
        <p:txBody>
          <a:bodyPr/>
          <a:lstStyle/>
          <a:p>
            <a:r>
              <a:rPr lang="en-US" dirty="0"/>
              <a:t>NB The circles are editable on this slide!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5D0863-0AFB-F195-D850-8C06C585087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They’re not on the master slide for this one. 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201C660-A4C3-26E2-B398-49B1D6FF5817}"/>
              </a:ext>
            </a:extLst>
          </p:cNvPr>
          <p:cNvSpPr/>
          <p:nvPr/>
        </p:nvSpPr>
        <p:spPr>
          <a:xfrm>
            <a:off x="721359" y="2737271"/>
            <a:ext cx="2072625" cy="2072625"/>
          </a:xfrm>
          <a:prstGeom prst="ellipse">
            <a:avLst/>
          </a:prstGeom>
          <a:noFill/>
          <a:ln w="317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12D8CB4-80AB-662F-5A4A-A49256309A17}"/>
              </a:ext>
            </a:extLst>
          </p:cNvPr>
          <p:cNvSpPr/>
          <p:nvPr/>
        </p:nvSpPr>
        <p:spPr>
          <a:xfrm>
            <a:off x="855547" y="2871459"/>
            <a:ext cx="1804248" cy="1804248"/>
          </a:xfrm>
          <a:prstGeom prst="ellipse">
            <a:avLst/>
          </a:prstGeom>
          <a:noFill/>
          <a:ln w="317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B332F362-97F5-BBA6-268F-49CE6DBD9445}"/>
              </a:ext>
            </a:extLst>
          </p:cNvPr>
          <p:cNvSpPr txBox="1">
            <a:spLocks/>
          </p:cNvSpPr>
          <p:nvPr/>
        </p:nvSpPr>
        <p:spPr>
          <a:xfrm>
            <a:off x="855663" y="3484880"/>
            <a:ext cx="1803400" cy="7366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5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XX%</a:t>
            </a:r>
            <a:endParaRPr lang="en-US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98C3195-45CD-74CF-08AB-E23828D5FD41}"/>
              </a:ext>
            </a:extLst>
          </p:cNvPr>
          <p:cNvSpPr/>
          <p:nvPr/>
        </p:nvSpPr>
        <p:spPr>
          <a:xfrm>
            <a:off x="726383" y="5369616"/>
            <a:ext cx="2067601" cy="284480"/>
          </a:xfrm>
          <a:prstGeom prst="roundRect">
            <a:avLst>
              <a:gd name="adj" fmla="val 50000"/>
            </a:avLst>
          </a:prstGeom>
          <a:noFill/>
          <a:ln w="317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1419FBDA-93C0-5B85-DAFD-7E930A399C66}"/>
              </a:ext>
            </a:extLst>
          </p:cNvPr>
          <p:cNvSpPr txBox="1">
            <a:spLocks/>
          </p:cNvSpPr>
          <p:nvPr/>
        </p:nvSpPr>
        <p:spPr>
          <a:xfrm>
            <a:off x="893763" y="5420457"/>
            <a:ext cx="1727200" cy="215444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CALL TO ACTION</a:t>
            </a:r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BF9ED94-2C04-2E07-06A9-55F67814BFFB}"/>
              </a:ext>
            </a:extLst>
          </p:cNvPr>
          <p:cNvSpPr/>
          <p:nvPr/>
        </p:nvSpPr>
        <p:spPr>
          <a:xfrm>
            <a:off x="3327399" y="2737271"/>
            <a:ext cx="2072625" cy="2072625"/>
          </a:xfrm>
          <a:prstGeom prst="ellipse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44BFDE7-D6EC-DF0A-D803-9357BD380831}"/>
              </a:ext>
            </a:extLst>
          </p:cNvPr>
          <p:cNvSpPr/>
          <p:nvPr/>
        </p:nvSpPr>
        <p:spPr>
          <a:xfrm>
            <a:off x="3461587" y="2871459"/>
            <a:ext cx="1804248" cy="1804248"/>
          </a:xfrm>
          <a:prstGeom prst="ellipse">
            <a:avLst/>
          </a:prstGeom>
          <a:noFill/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C11B043-973A-06AD-29E5-FC09744E4E45}"/>
              </a:ext>
            </a:extLst>
          </p:cNvPr>
          <p:cNvSpPr txBox="1">
            <a:spLocks/>
          </p:cNvSpPr>
          <p:nvPr/>
        </p:nvSpPr>
        <p:spPr>
          <a:xfrm>
            <a:off x="3461703" y="3484880"/>
            <a:ext cx="1803400" cy="7366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5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XX%</a:t>
            </a:r>
            <a:endParaRPr lang="en-US" dirty="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49D5AAF-FC5D-31A4-EF27-DC4918DEEF88}"/>
              </a:ext>
            </a:extLst>
          </p:cNvPr>
          <p:cNvSpPr/>
          <p:nvPr/>
        </p:nvSpPr>
        <p:spPr>
          <a:xfrm>
            <a:off x="3332423" y="5369616"/>
            <a:ext cx="2067601" cy="28448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0E6B8EC3-9E19-9027-3285-C47C2D66A33C}"/>
              </a:ext>
            </a:extLst>
          </p:cNvPr>
          <p:cNvSpPr txBox="1">
            <a:spLocks/>
          </p:cNvSpPr>
          <p:nvPr/>
        </p:nvSpPr>
        <p:spPr>
          <a:xfrm>
            <a:off x="3499803" y="5420457"/>
            <a:ext cx="1727200" cy="215444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CALL TO ACTION</a:t>
            </a:r>
            <a:endParaRPr lang="en-US" dirty="0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19583561-04AB-3D18-9938-07483620E1EE}"/>
              </a:ext>
            </a:extLst>
          </p:cNvPr>
          <p:cNvSpPr/>
          <p:nvPr/>
        </p:nvSpPr>
        <p:spPr>
          <a:xfrm>
            <a:off x="3384467" y="5397532"/>
            <a:ext cx="1982011" cy="226873"/>
          </a:xfrm>
          <a:prstGeom prst="roundRect">
            <a:avLst>
              <a:gd name="adj" fmla="val 50000"/>
            </a:avLst>
          </a:prstGeom>
          <a:noFill/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F542F47-9960-A762-4D2E-9A43793F16FE}"/>
              </a:ext>
            </a:extLst>
          </p:cNvPr>
          <p:cNvSpPr/>
          <p:nvPr/>
        </p:nvSpPr>
        <p:spPr>
          <a:xfrm>
            <a:off x="6108074" y="2737271"/>
            <a:ext cx="2072625" cy="2072625"/>
          </a:xfrm>
          <a:prstGeom prst="ellipse">
            <a:avLst/>
          </a:prstGeom>
          <a:solidFill>
            <a:schemeClr val="accent4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5B7263C-6926-F6D6-0F08-3AD9E18BDFEF}"/>
              </a:ext>
            </a:extLst>
          </p:cNvPr>
          <p:cNvSpPr/>
          <p:nvPr/>
        </p:nvSpPr>
        <p:spPr>
          <a:xfrm>
            <a:off x="6242262" y="2871459"/>
            <a:ext cx="1804248" cy="1804248"/>
          </a:xfrm>
          <a:prstGeom prst="ellipse">
            <a:avLst/>
          </a:prstGeom>
          <a:noFill/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B23A26C7-CA77-8903-3444-269A13D16152}"/>
              </a:ext>
            </a:extLst>
          </p:cNvPr>
          <p:cNvSpPr txBox="1">
            <a:spLocks/>
          </p:cNvSpPr>
          <p:nvPr/>
        </p:nvSpPr>
        <p:spPr>
          <a:xfrm>
            <a:off x="6242378" y="3484880"/>
            <a:ext cx="1803400" cy="7366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5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XX%</a:t>
            </a:r>
            <a:endParaRPr lang="en-US" dirty="0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FEA300E6-41E9-7C0E-AADF-4973B2FA5648}"/>
              </a:ext>
            </a:extLst>
          </p:cNvPr>
          <p:cNvSpPr/>
          <p:nvPr/>
        </p:nvSpPr>
        <p:spPr>
          <a:xfrm>
            <a:off x="6113098" y="5369616"/>
            <a:ext cx="2067601" cy="28448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955F7CE6-85A9-7981-A50A-1140D502A825}"/>
              </a:ext>
            </a:extLst>
          </p:cNvPr>
          <p:cNvSpPr txBox="1">
            <a:spLocks/>
          </p:cNvSpPr>
          <p:nvPr/>
        </p:nvSpPr>
        <p:spPr>
          <a:xfrm>
            <a:off x="6280478" y="5420457"/>
            <a:ext cx="1727200" cy="215444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CALL TO ACTION</a:t>
            </a:r>
            <a:endParaRPr lang="en-US" dirty="0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7376C909-B2A6-241B-1B83-9CEA4B52452F}"/>
              </a:ext>
            </a:extLst>
          </p:cNvPr>
          <p:cNvSpPr/>
          <p:nvPr/>
        </p:nvSpPr>
        <p:spPr>
          <a:xfrm>
            <a:off x="6165142" y="5397532"/>
            <a:ext cx="1982011" cy="226873"/>
          </a:xfrm>
          <a:prstGeom prst="roundRect">
            <a:avLst>
              <a:gd name="adj" fmla="val 50000"/>
            </a:avLst>
          </a:prstGeom>
          <a:noFill/>
          <a:ln w="31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C960642-D884-6EED-51D8-BB724CD27262}"/>
              </a:ext>
            </a:extLst>
          </p:cNvPr>
          <p:cNvSpPr/>
          <p:nvPr/>
        </p:nvSpPr>
        <p:spPr>
          <a:xfrm>
            <a:off x="8730826" y="2737271"/>
            <a:ext cx="2072625" cy="2072625"/>
          </a:xfrm>
          <a:prstGeom prst="ellipse">
            <a:avLst/>
          </a:prstGeom>
          <a:noFill/>
          <a:ln w="31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2625AB7-55D1-1A74-0755-153EFD597CEF}"/>
              </a:ext>
            </a:extLst>
          </p:cNvPr>
          <p:cNvSpPr/>
          <p:nvPr/>
        </p:nvSpPr>
        <p:spPr>
          <a:xfrm>
            <a:off x="8865014" y="2871459"/>
            <a:ext cx="1804248" cy="1804248"/>
          </a:xfrm>
          <a:prstGeom prst="ellipse">
            <a:avLst/>
          </a:prstGeom>
          <a:noFill/>
          <a:ln w="31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91732589-E078-0B91-05F8-1E7A763A1EEA}"/>
              </a:ext>
            </a:extLst>
          </p:cNvPr>
          <p:cNvSpPr txBox="1">
            <a:spLocks/>
          </p:cNvSpPr>
          <p:nvPr/>
        </p:nvSpPr>
        <p:spPr>
          <a:xfrm>
            <a:off x="8865130" y="3484880"/>
            <a:ext cx="1803400" cy="7366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5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XX%</a:t>
            </a:r>
            <a:endParaRPr lang="en-US" dirty="0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BBE01396-59C8-AAED-6108-04FA8444193C}"/>
              </a:ext>
            </a:extLst>
          </p:cNvPr>
          <p:cNvSpPr/>
          <p:nvPr/>
        </p:nvSpPr>
        <p:spPr>
          <a:xfrm>
            <a:off x="8735850" y="5369616"/>
            <a:ext cx="2067601" cy="284480"/>
          </a:xfrm>
          <a:prstGeom prst="roundRect">
            <a:avLst>
              <a:gd name="adj" fmla="val 50000"/>
            </a:avLst>
          </a:prstGeom>
          <a:noFill/>
          <a:ln w="31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94BCBD06-4A00-87BF-7846-F12DBDF27BA5}"/>
              </a:ext>
            </a:extLst>
          </p:cNvPr>
          <p:cNvSpPr txBox="1">
            <a:spLocks/>
          </p:cNvSpPr>
          <p:nvPr/>
        </p:nvSpPr>
        <p:spPr>
          <a:xfrm>
            <a:off x="8903230" y="5420457"/>
            <a:ext cx="1727200" cy="215444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CALL TO ACTION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00726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968F790-7D43-2AD3-E7B1-3C281F35022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2FE7E6-ED5E-3FF1-9432-A0B5021AF4B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5283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E1FDF97-8488-2A49-4F8B-6E7C769A23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A404F5-59C8-B7B9-A800-0AF6A2BCA26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4BC641A-8DD8-60ED-9940-33517B33F10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0334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E6AB0E0-A040-007E-BEB1-A3F2D04ABA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28D731-EF1B-B642-3710-A79911674A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47C94B5-25CD-5E19-4770-F3064F27FD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2827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6B38EE2-43C4-EB84-624E-8281AE8C14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F5B529-5344-A754-9BF6-9854E21F78C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A1A7AC-547F-FC28-261A-2E63450F17C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C7143D-A94A-81A8-94E8-AEC39FD3E62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6D62A9D-D46D-4DA7-A924-EA213300E7B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BD0663C-6431-AC69-EF55-4EDB6C485C4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68B1792-0631-BF82-BF93-AFD1A707588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72D6452-EEB0-EE46-87B7-6824363B5A1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42E8E08-0EEE-0EE6-5BB2-9E61D6EA612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8B3A52F-570E-4E22-B630-88BE368BF04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3569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B7DF77F-1869-2B32-0DA8-E0709AB28B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5" y="1142048"/>
            <a:ext cx="8975725" cy="525288"/>
          </a:xfrm>
        </p:spPr>
        <p:txBody>
          <a:bodyPr/>
          <a:lstStyle/>
          <a:p>
            <a:r>
              <a:rPr lang="en-US" dirty="0"/>
              <a:t>NB The circles are editable on this slide!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5D0863-0AFB-F195-D850-8C06C585087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They’re not on the master slide for this one. 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201C660-A4C3-26E2-B398-49B1D6FF5817}"/>
              </a:ext>
            </a:extLst>
          </p:cNvPr>
          <p:cNvSpPr/>
          <p:nvPr/>
        </p:nvSpPr>
        <p:spPr>
          <a:xfrm>
            <a:off x="721359" y="2737271"/>
            <a:ext cx="2072625" cy="2072625"/>
          </a:xfrm>
          <a:prstGeom prst="ellipse">
            <a:avLst/>
          </a:prstGeom>
          <a:noFill/>
          <a:ln w="317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12D8CB4-80AB-662F-5A4A-A49256309A17}"/>
              </a:ext>
            </a:extLst>
          </p:cNvPr>
          <p:cNvSpPr/>
          <p:nvPr/>
        </p:nvSpPr>
        <p:spPr>
          <a:xfrm>
            <a:off x="855547" y="2871459"/>
            <a:ext cx="1804248" cy="1804248"/>
          </a:xfrm>
          <a:prstGeom prst="ellipse">
            <a:avLst/>
          </a:prstGeom>
          <a:noFill/>
          <a:ln w="317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B332F362-97F5-BBA6-268F-49CE6DBD9445}"/>
              </a:ext>
            </a:extLst>
          </p:cNvPr>
          <p:cNvSpPr txBox="1">
            <a:spLocks/>
          </p:cNvSpPr>
          <p:nvPr/>
        </p:nvSpPr>
        <p:spPr>
          <a:xfrm>
            <a:off x="855663" y="3484880"/>
            <a:ext cx="1803400" cy="7366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5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XX%</a:t>
            </a:r>
            <a:endParaRPr lang="en-US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98C3195-45CD-74CF-08AB-E23828D5FD41}"/>
              </a:ext>
            </a:extLst>
          </p:cNvPr>
          <p:cNvSpPr/>
          <p:nvPr/>
        </p:nvSpPr>
        <p:spPr>
          <a:xfrm>
            <a:off x="726383" y="5369616"/>
            <a:ext cx="2067601" cy="284480"/>
          </a:xfrm>
          <a:prstGeom prst="roundRect">
            <a:avLst>
              <a:gd name="adj" fmla="val 50000"/>
            </a:avLst>
          </a:prstGeom>
          <a:noFill/>
          <a:ln w="317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1419FBDA-93C0-5B85-DAFD-7E930A399C66}"/>
              </a:ext>
            </a:extLst>
          </p:cNvPr>
          <p:cNvSpPr txBox="1">
            <a:spLocks/>
          </p:cNvSpPr>
          <p:nvPr/>
        </p:nvSpPr>
        <p:spPr>
          <a:xfrm>
            <a:off x="893763" y="5420457"/>
            <a:ext cx="1727200" cy="215444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CALL TO ACTION</a:t>
            </a:r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BF9ED94-2C04-2E07-06A9-55F67814BFFB}"/>
              </a:ext>
            </a:extLst>
          </p:cNvPr>
          <p:cNvSpPr/>
          <p:nvPr/>
        </p:nvSpPr>
        <p:spPr>
          <a:xfrm>
            <a:off x="3327399" y="2737271"/>
            <a:ext cx="2072625" cy="2072625"/>
          </a:xfrm>
          <a:prstGeom prst="ellipse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44BFDE7-D6EC-DF0A-D803-9357BD380831}"/>
              </a:ext>
            </a:extLst>
          </p:cNvPr>
          <p:cNvSpPr/>
          <p:nvPr/>
        </p:nvSpPr>
        <p:spPr>
          <a:xfrm>
            <a:off x="3461587" y="2871459"/>
            <a:ext cx="1804248" cy="1804248"/>
          </a:xfrm>
          <a:prstGeom prst="ellipse">
            <a:avLst/>
          </a:prstGeom>
          <a:noFill/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C11B043-973A-06AD-29E5-FC09744E4E45}"/>
              </a:ext>
            </a:extLst>
          </p:cNvPr>
          <p:cNvSpPr txBox="1">
            <a:spLocks/>
          </p:cNvSpPr>
          <p:nvPr/>
        </p:nvSpPr>
        <p:spPr>
          <a:xfrm>
            <a:off x="3461703" y="3484880"/>
            <a:ext cx="1803400" cy="7366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5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XX%</a:t>
            </a:r>
            <a:endParaRPr lang="en-US" dirty="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49D5AAF-FC5D-31A4-EF27-DC4918DEEF88}"/>
              </a:ext>
            </a:extLst>
          </p:cNvPr>
          <p:cNvSpPr/>
          <p:nvPr/>
        </p:nvSpPr>
        <p:spPr>
          <a:xfrm>
            <a:off x="3332423" y="5369616"/>
            <a:ext cx="2067601" cy="28448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0E6B8EC3-9E19-9027-3285-C47C2D66A33C}"/>
              </a:ext>
            </a:extLst>
          </p:cNvPr>
          <p:cNvSpPr txBox="1">
            <a:spLocks/>
          </p:cNvSpPr>
          <p:nvPr/>
        </p:nvSpPr>
        <p:spPr>
          <a:xfrm>
            <a:off x="3499803" y="5420457"/>
            <a:ext cx="1727200" cy="215444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CALL TO ACTION</a:t>
            </a:r>
            <a:endParaRPr lang="en-US" dirty="0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19583561-04AB-3D18-9938-07483620E1EE}"/>
              </a:ext>
            </a:extLst>
          </p:cNvPr>
          <p:cNvSpPr/>
          <p:nvPr/>
        </p:nvSpPr>
        <p:spPr>
          <a:xfrm>
            <a:off x="3384467" y="5397532"/>
            <a:ext cx="1982011" cy="226873"/>
          </a:xfrm>
          <a:prstGeom prst="roundRect">
            <a:avLst>
              <a:gd name="adj" fmla="val 50000"/>
            </a:avLst>
          </a:prstGeom>
          <a:noFill/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F542F47-9960-A762-4D2E-9A43793F16FE}"/>
              </a:ext>
            </a:extLst>
          </p:cNvPr>
          <p:cNvSpPr/>
          <p:nvPr/>
        </p:nvSpPr>
        <p:spPr>
          <a:xfrm>
            <a:off x="6108074" y="2737271"/>
            <a:ext cx="2072625" cy="2072625"/>
          </a:xfrm>
          <a:prstGeom prst="ellipse">
            <a:avLst/>
          </a:prstGeom>
          <a:solidFill>
            <a:schemeClr val="accent6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5B7263C-6926-F6D6-0F08-3AD9E18BDFEF}"/>
              </a:ext>
            </a:extLst>
          </p:cNvPr>
          <p:cNvSpPr/>
          <p:nvPr/>
        </p:nvSpPr>
        <p:spPr>
          <a:xfrm>
            <a:off x="6242262" y="2871459"/>
            <a:ext cx="1804248" cy="1804248"/>
          </a:xfrm>
          <a:prstGeom prst="ellipse">
            <a:avLst/>
          </a:prstGeom>
          <a:noFill/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B23A26C7-CA77-8903-3444-269A13D16152}"/>
              </a:ext>
            </a:extLst>
          </p:cNvPr>
          <p:cNvSpPr txBox="1">
            <a:spLocks/>
          </p:cNvSpPr>
          <p:nvPr/>
        </p:nvSpPr>
        <p:spPr>
          <a:xfrm>
            <a:off x="6242378" y="3484880"/>
            <a:ext cx="1803400" cy="7366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5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XX%</a:t>
            </a:r>
            <a:endParaRPr lang="en-US" dirty="0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FEA300E6-41E9-7C0E-AADF-4973B2FA5648}"/>
              </a:ext>
            </a:extLst>
          </p:cNvPr>
          <p:cNvSpPr/>
          <p:nvPr/>
        </p:nvSpPr>
        <p:spPr>
          <a:xfrm>
            <a:off x="6113098" y="5369616"/>
            <a:ext cx="2067601" cy="28448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955F7CE6-85A9-7981-A50A-1140D502A825}"/>
              </a:ext>
            </a:extLst>
          </p:cNvPr>
          <p:cNvSpPr txBox="1">
            <a:spLocks/>
          </p:cNvSpPr>
          <p:nvPr/>
        </p:nvSpPr>
        <p:spPr>
          <a:xfrm>
            <a:off x="6280478" y="5420457"/>
            <a:ext cx="1727200" cy="215444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CALL TO ACTION</a:t>
            </a:r>
            <a:endParaRPr lang="en-US" dirty="0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7376C909-B2A6-241B-1B83-9CEA4B52452F}"/>
              </a:ext>
            </a:extLst>
          </p:cNvPr>
          <p:cNvSpPr/>
          <p:nvPr/>
        </p:nvSpPr>
        <p:spPr>
          <a:xfrm>
            <a:off x="6165142" y="5397532"/>
            <a:ext cx="1982011" cy="226873"/>
          </a:xfrm>
          <a:prstGeom prst="roundRect">
            <a:avLst>
              <a:gd name="adj" fmla="val 50000"/>
            </a:avLst>
          </a:prstGeom>
          <a:noFill/>
          <a:ln w="31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C960642-D884-6EED-51D8-BB724CD27262}"/>
              </a:ext>
            </a:extLst>
          </p:cNvPr>
          <p:cNvSpPr/>
          <p:nvPr/>
        </p:nvSpPr>
        <p:spPr>
          <a:xfrm>
            <a:off x="8730826" y="2737271"/>
            <a:ext cx="2072625" cy="2072625"/>
          </a:xfrm>
          <a:prstGeom prst="ellipse">
            <a:avLst/>
          </a:prstGeom>
          <a:noFill/>
          <a:ln w="31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2625AB7-55D1-1A74-0755-153EFD597CEF}"/>
              </a:ext>
            </a:extLst>
          </p:cNvPr>
          <p:cNvSpPr/>
          <p:nvPr/>
        </p:nvSpPr>
        <p:spPr>
          <a:xfrm>
            <a:off x="8865014" y="2871459"/>
            <a:ext cx="1804248" cy="1804248"/>
          </a:xfrm>
          <a:prstGeom prst="ellipse">
            <a:avLst/>
          </a:prstGeom>
          <a:noFill/>
          <a:ln w="31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91732589-E078-0B91-05F8-1E7A763A1EEA}"/>
              </a:ext>
            </a:extLst>
          </p:cNvPr>
          <p:cNvSpPr txBox="1">
            <a:spLocks/>
          </p:cNvSpPr>
          <p:nvPr/>
        </p:nvSpPr>
        <p:spPr>
          <a:xfrm>
            <a:off x="8865130" y="3484880"/>
            <a:ext cx="1803400" cy="7366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5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XX%</a:t>
            </a:r>
            <a:endParaRPr lang="en-US" dirty="0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BBE01396-59C8-AAED-6108-04FA8444193C}"/>
              </a:ext>
            </a:extLst>
          </p:cNvPr>
          <p:cNvSpPr/>
          <p:nvPr/>
        </p:nvSpPr>
        <p:spPr>
          <a:xfrm>
            <a:off x="8735850" y="5369616"/>
            <a:ext cx="2067601" cy="284480"/>
          </a:xfrm>
          <a:prstGeom prst="roundRect">
            <a:avLst>
              <a:gd name="adj" fmla="val 50000"/>
            </a:avLst>
          </a:prstGeom>
          <a:noFill/>
          <a:ln w="31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94BCBD06-4A00-87BF-7846-F12DBDF27BA5}"/>
              </a:ext>
            </a:extLst>
          </p:cNvPr>
          <p:cNvSpPr txBox="1">
            <a:spLocks/>
          </p:cNvSpPr>
          <p:nvPr/>
        </p:nvSpPr>
        <p:spPr>
          <a:xfrm>
            <a:off x="8903230" y="5420457"/>
            <a:ext cx="1727200" cy="215444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CALL TO ACTION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53596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5DD3788-3986-51D4-9AF4-352277AA41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1B7AE5-7A1F-919A-3752-C7B2A03F22D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1614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E349759-14F4-9FE9-E2A1-D0D827BD4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36D24B-AED3-4C77-0C7C-63D76A4A18E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3771899-64D2-6442-6EE6-0A6B0FF8AD6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4892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913BDB4-39DA-E2ED-4AB6-60EF4C6F051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ED3074-6EFA-F467-AE11-DE378039976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F479FD8-DA7F-E056-FF17-786039B0CDB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1220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186B485-1A76-C4C5-1272-F4E809A367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6C6117-E419-A9D9-7BFC-712AB82E048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DCF0F9-0F37-27AD-EF7B-C6BBA248932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D71296-4E41-CEC8-3136-AF8338D0C6A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9AC57BC-A759-C30B-57F7-6459F60C5D6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43D2614-37EE-B726-56FE-6B066246141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A9D765C-2099-2807-0EA3-89A1AE0CAE4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5B87382-4D53-454E-C2BC-6E64598FA31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39DF8E5-8732-D56D-7B56-40794615CBA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48139B5-CF00-486F-D9BC-E5BDCCBB7C4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3322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B7DF77F-1869-2B32-0DA8-E0709AB28B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5" y="1142048"/>
            <a:ext cx="8975725" cy="525288"/>
          </a:xfrm>
        </p:spPr>
        <p:txBody>
          <a:bodyPr/>
          <a:lstStyle/>
          <a:p>
            <a:r>
              <a:rPr lang="en-US" dirty="0"/>
              <a:t>NB The circles are editable on this slide!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5D0863-0AFB-F195-D850-8C06C585087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They’re not on the master slide for this one. 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201C660-A4C3-26E2-B398-49B1D6FF5817}"/>
              </a:ext>
            </a:extLst>
          </p:cNvPr>
          <p:cNvSpPr/>
          <p:nvPr/>
        </p:nvSpPr>
        <p:spPr>
          <a:xfrm>
            <a:off x="721359" y="2737271"/>
            <a:ext cx="2072625" cy="2072625"/>
          </a:xfrm>
          <a:prstGeom prst="ellipse">
            <a:avLst/>
          </a:prstGeom>
          <a:noFill/>
          <a:ln w="317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12D8CB4-80AB-662F-5A4A-A49256309A17}"/>
              </a:ext>
            </a:extLst>
          </p:cNvPr>
          <p:cNvSpPr/>
          <p:nvPr/>
        </p:nvSpPr>
        <p:spPr>
          <a:xfrm>
            <a:off x="855547" y="2871459"/>
            <a:ext cx="1804248" cy="1804248"/>
          </a:xfrm>
          <a:prstGeom prst="ellipse">
            <a:avLst/>
          </a:prstGeom>
          <a:noFill/>
          <a:ln w="317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B332F362-97F5-BBA6-268F-49CE6DBD9445}"/>
              </a:ext>
            </a:extLst>
          </p:cNvPr>
          <p:cNvSpPr txBox="1">
            <a:spLocks/>
          </p:cNvSpPr>
          <p:nvPr/>
        </p:nvSpPr>
        <p:spPr>
          <a:xfrm>
            <a:off x="855663" y="3484880"/>
            <a:ext cx="1803400" cy="7366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5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XX%</a:t>
            </a:r>
            <a:endParaRPr lang="en-US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98C3195-45CD-74CF-08AB-E23828D5FD41}"/>
              </a:ext>
            </a:extLst>
          </p:cNvPr>
          <p:cNvSpPr/>
          <p:nvPr/>
        </p:nvSpPr>
        <p:spPr>
          <a:xfrm>
            <a:off x="726383" y="5369616"/>
            <a:ext cx="2067601" cy="284480"/>
          </a:xfrm>
          <a:prstGeom prst="roundRect">
            <a:avLst>
              <a:gd name="adj" fmla="val 50000"/>
            </a:avLst>
          </a:prstGeom>
          <a:noFill/>
          <a:ln w="317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1419FBDA-93C0-5B85-DAFD-7E930A399C66}"/>
              </a:ext>
            </a:extLst>
          </p:cNvPr>
          <p:cNvSpPr txBox="1">
            <a:spLocks/>
          </p:cNvSpPr>
          <p:nvPr/>
        </p:nvSpPr>
        <p:spPr>
          <a:xfrm>
            <a:off x="893763" y="5420457"/>
            <a:ext cx="1727200" cy="215444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CALL TO ACTION</a:t>
            </a:r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BF9ED94-2C04-2E07-06A9-55F67814BFFB}"/>
              </a:ext>
            </a:extLst>
          </p:cNvPr>
          <p:cNvSpPr/>
          <p:nvPr/>
        </p:nvSpPr>
        <p:spPr>
          <a:xfrm>
            <a:off x="3327399" y="2737271"/>
            <a:ext cx="2072625" cy="2072625"/>
          </a:xfrm>
          <a:prstGeom prst="ellipse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44BFDE7-D6EC-DF0A-D803-9357BD380831}"/>
              </a:ext>
            </a:extLst>
          </p:cNvPr>
          <p:cNvSpPr/>
          <p:nvPr/>
        </p:nvSpPr>
        <p:spPr>
          <a:xfrm>
            <a:off x="3461587" y="2871459"/>
            <a:ext cx="1804248" cy="1804248"/>
          </a:xfrm>
          <a:prstGeom prst="ellipse">
            <a:avLst/>
          </a:prstGeom>
          <a:noFill/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C11B043-973A-06AD-29E5-FC09744E4E45}"/>
              </a:ext>
            </a:extLst>
          </p:cNvPr>
          <p:cNvSpPr txBox="1">
            <a:spLocks/>
          </p:cNvSpPr>
          <p:nvPr/>
        </p:nvSpPr>
        <p:spPr>
          <a:xfrm>
            <a:off x="3461703" y="3484880"/>
            <a:ext cx="1803400" cy="7366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5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XX%</a:t>
            </a:r>
            <a:endParaRPr lang="en-US" dirty="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49D5AAF-FC5D-31A4-EF27-DC4918DEEF88}"/>
              </a:ext>
            </a:extLst>
          </p:cNvPr>
          <p:cNvSpPr/>
          <p:nvPr/>
        </p:nvSpPr>
        <p:spPr>
          <a:xfrm>
            <a:off x="3332423" y="5369616"/>
            <a:ext cx="2067601" cy="28448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0E6B8EC3-9E19-9027-3285-C47C2D66A33C}"/>
              </a:ext>
            </a:extLst>
          </p:cNvPr>
          <p:cNvSpPr txBox="1">
            <a:spLocks/>
          </p:cNvSpPr>
          <p:nvPr/>
        </p:nvSpPr>
        <p:spPr>
          <a:xfrm>
            <a:off x="3499803" y="5420457"/>
            <a:ext cx="1727200" cy="215444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CALL TO ACTION</a:t>
            </a:r>
            <a:endParaRPr lang="en-US" dirty="0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19583561-04AB-3D18-9938-07483620E1EE}"/>
              </a:ext>
            </a:extLst>
          </p:cNvPr>
          <p:cNvSpPr/>
          <p:nvPr/>
        </p:nvSpPr>
        <p:spPr>
          <a:xfrm>
            <a:off x="3384467" y="5397532"/>
            <a:ext cx="1982011" cy="226873"/>
          </a:xfrm>
          <a:prstGeom prst="roundRect">
            <a:avLst>
              <a:gd name="adj" fmla="val 50000"/>
            </a:avLst>
          </a:prstGeom>
          <a:noFill/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F542F47-9960-A762-4D2E-9A43793F16FE}"/>
              </a:ext>
            </a:extLst>
          </p:cNvPr>
          <p:cNvSpPr/>
          <p:nvPr/>
        </p:nvSpPr>
        <p:spPr>
          <a:xfrm>
            <a:off x="6108074" y="2737271"/>
            <a:ext cx="2072625" cy="2072625"/>
          </a:xfrm>
          <a:prstGeom prst="ellipse">
            <a:avLst/>
          </a:prstGeom>
          <a:solidFill>
            <a:srgbClr val="E0F4FA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5B7263C-6926-F6D6-0F08-3AD9E18BDFEF}"/>
              </a:ext>
            </a:extLst>
          </p:cNvPr>
          <p:cNvSpPr/>
          <p:nvPr/>
        </p:nvSpPr>
        <p:spPr>
          <a:xfrm>
            <a:off x="6242262" y="2871459"/>
            <a:ext cx="1804248" cy="1804248"/>
          </a:xfrm>
          <a:prstGeom prst="ellipse">
            <a:avLst/>
          </a:prstGeom>
          <a:noFill/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B23A26C7-CA77-8903-3444-269A13D16152}"/>
              </a:ext>
            </a:extLst>
          </p:cNvPr>
          <p:cNvSpPr txBox="1">
            <a:spLocks/>
          </p:cNvSpPr>
          <p:nvPr/>
        </p:nvSpPr>
        <p:spPr>
          <a:xfrm>
            <a:off x="6242378" y="3484880"/>
            <a:ext cx="1803400" cy="7366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5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XX%</a:t>
            </a:r>
            <a:endParaRPr lang="en-US" dirty="0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FEA300E6-41E9-7C0E-AADF-4973B2FA5648}"/>
              </a:ext>
            </a:extLst>
          </p:cNvPr>
          <p:cNvSpPr/>
          <p:nvPr/>
        </p:nvSpPr>
        <p:spPr>
          <a:xfrm>
            <a:off x="6113098" y="5369616"/>
            <a:ext cx="2067601" cy="284480"/>
          </a:xfrm>
          <a:prstGeom prst="roundRect">
            <a:avLst>
              <a:gd name="adj" fmla="val 50000"/>
            </a:avLst>
          </a:prstGeom>
          <a:solidFill>
            <a:srgbClr val="E0F4FA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955F7CE6-85A9-7981-A50A-1140D502A825}"/>
              </a:ext>
            </a:extLst>
          </p:cNvPr>
          <p:cNvSpPr txBox="1">
            <a:spLocks/>
          </p:cNvSpPr>
          <p:nvPr/>
        </p:nvSpPr>
        <p:spPr>
          <a:xfrm>
            <a:off x="6280478" y="5420457"/>
            <a:ext cx="1727200" cy="215444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CALL TO ACTION</a:t>
            </a:r>
            <a:endParaRPr lang="en-US" dirty="0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7376C909-B2A6-241B-1B83-9CEA4B52452F}"/>
              </a:ext>
            </a:extLst>
          </p:cNvPr>
          <p:cNvSpPr/>
          <p:nvPr/>
        </p:nvSpPr>
        <p:spPr>
          <a:xfrm>
            <a:off x="6165142" y="5397532"/>
            <a:ext cx="1982011" cy="226873"/>
          </a:xfrm>
          <a:prstGeom prst="roundRect">
            <a:avLst>
              <a:gd name="adj" fmla="val 50000"/>
            </a:avLst>
          </a:prstGeom>
          <a:noFill/>
          <a:ln w="31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C960642-D884-6EED-51D8-BB724CD27262}"/>
              </a:ext>
            </a:extLst>
          </p:cNvPr>
          <p:cNvSpPr/>
          <p:nvPr/>
        </p:nvSpPr>
        <p:spPr>
          <a:xfrm>
            <a:off x="8730826" y="2737271"/>
            <a:ext cx="2072625" cy="2072625"/>
          </a:xfrm>
          <a:prstGeom prst="ellipse">
            <a:avLst/>
          </a:prstGeom>
          <a:noFill/>
          <a:ln w="31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2625AB7-55D1-1A74-0755-153EFD597CEF}"/>
              </a:ext>
            </a:extLst>
          </p:cNvPr>
          <p:cNvSpPr/>
          <p:nvPr/>
        </p:nvSpPr>
        <p:spPr>
          <a:xfrm>
            <a:off x="8865014" y="2871459"/>
            <a:ext cx="1804248" cy="1804248"/>
          </a:xfrm>
          <a:prstGeom prst="ellipse">
            <a:avLst/>
          </a:prstGeom>
          <a:noFill/>
          <a:ln w="31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91732589-E078-0B91-05F8-1E7A763A1EEA}"/>
              </a:ext>
            </a:extLst>
          </p:cNvPr>
          <p:cNvSpPr txBox="1">
            <a:spLocks/>
          </p:cNvSpPr>
          <p:nvPr/>
        </p:nvSpPr>
        <p:spPr>
          <a:xfrm>
            <a:off x="8865130" y="3484880"/>
            <a:ext cx="1803400" cy="7366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5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XX%</a:t>
            </a:r>
            <a:endParaRPr lang="en-US" dirty="0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BBE01396-59C8-AAED-6108-04FA8444193C}"/>
              </a:ext>
            </a:extLst>
          </p:cNvPr>
          <p:cNvSpPr/>
          <p:nvPr/>
        </p:nvSpPr>
        <p:spPr>
          <a:xfrm>
            <a:off x="8735850" y="5369616"/>
            <a:ext cx="2067601" cy="284480"/>
          </a:xfrm>
          <a:prstGeom prst="roundRect">
            <a:avLst>
              <a:gd name="adj" fmla="val 50000"/>
            </a:avLst>
          </a:prstGeom>
          <a:noFill/>
          <a:ln w="31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94BCBD06-4A00-87BF-7846-F12DBDF27BA5}"/>
              </a:ext>
            </a:extLst>
          </p:cNvPr>
          <p:cNvSpPr txBox="1">
            <a:spLocks/>
          </p:cNvSpPr>
          <p:nvPr/>
        </p:nvSpPr>
        <p:spPr>
          <a:xfrm>
            <a:off x="8903230" y="5420457"/>
            <a:ext cx="1727200" cy="215444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CALL TO ACTION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0310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05687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8F4D992-67AE-419F-BFE0-D69551C520F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0746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romptAI">
      <a:dk1>
        <a:srgbClr val="262424"/>
      </a:dk1>
      <a:lt1>
        <a:srgbClr val="FFFFFF"/>
      </a:lt1>
      <a:dk2>
        <a:srgbClr val="FF4C00"/>
      </a:dk2>
      <a:lt2>
        <a:srgbClr val="7D7C7C"/>
      </a:lt2>
      <a:accent1>
        <a:srgbClr val="FFDBD9"/>
      </a:accent1>
      <a:accent2>
        <a:srgbClr val="FFE9E8"/>
      </a:accent2>
      <a:accent3>
        <a:srgbClr val="BDF3D4"/>
      </a:accent3>
      <a:accent4>
        <a:srgbClr val="D6F7E5"/>
      </a:accent4>
      <a:accent5>
        <a:srgbClr val="FFECA2"/>
      </a:accent5>
      <a:accent6>
        <a:srgbClr val="FFF3C7"/>
      </a:accent6>
      <a:hlink>
        <a:srgbClr val="CBEDF7"/>
      </a:hlink>
      <a:folHlink>
        <a:srgbClr val="E0F3FA"/>
      </a:folHlink>
    </a:clrScheme>
    <a:fontScheme name="Safiro">
      <a:majorFont>
        <a:latin typeface="Safiro-Medium"/>
        <a:ea typeface=""/>
        <a:cs typeface=""/>
      </a:majorFont>
      <a:minorFont>
        <a:latin typeface="Safiro-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2_Office Theme">
  <a:themeElements>
    <a:clrScheme name="PromptAI">
      <a:dk1>
        <a:srgbClr val="262424"/>
      </a:dk1>
      <a:lt1>
        <a:srgbClr val="FFFFFF"/>
      </a:lt1>
      <a:dk2>
        <a:srgbClr val="FF4C00"/>
      </a:dk2>
      <a:lt2>
        <a:srgbClr val="7D7C7C"/>
      </a:lt2>
      <a:accent1>
        <a:srgbClr val="FFDBD9"/>
      </a:accent1>
      <a:accent2>
        <a:srgbClr val="FFE9E8"/>
      </a:accent2>
      <a:accent3>
        <a:srgbClr val="BDF3D4"/>
      </a:accent3>
      <a:accent4>
        <a:srgbClr val="D6F7E5"/>
      </a:accent4>
      <a:accent5>
        <a:srgbClr val="FFECA2"/>
      </a:accent5>
      <a:accent6>
        <a:srgbClr val="FFF3C7"/>
      </a:accent6>
      <a:hlink>
        <a:srgbClr val="CBEDF7"/>
      </a:hlink>
      <a:folHlink>
        <a:srgbClr val="E0F3FA"/>
      </a:folHlink>
    </a:clrScheme>
    <a:fontScheme name="Safiro">
      <a:majorFont>
        <a:latin typeface="Safiro-Medium"/>
        <a:ea typeface=""/>
        <a:cs typeface=""/>
      </a:majorFont>
      <a:minorFont>
        <a:latin typeface="Safiro-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4_Office Theme">
  <a:themeElements>
    <a:clrScheme name="PromptAI">
      <a:dk1>
        <a:srgbClr val="262424"/>
      </a:dk1>
      <a:lt1>
        <a:srgbClr val="FFFFFF"/>
      </a:lt1>
      <a:dk2>
        <a:srgbClr val="FF4C00"/>
      </a:dk2>
      <a:lt2>
        <a:srgbClr val="7D7C7C"/>
      </a:lt2>
      <a:accent1>
        <a:srgbClr val="FFDBD9"/>
      </a:accent1>
      <a:accent2>
        <a:srgbClr val="FFE9E8"/>
      </a:accent2>
      <a:accent3>
        <a:srgbClr val="BDF3D4"/>
      </a:accent3>
      <a:accent4>
        <a:srgbClr val="D6F7E5"/>
      </a:accent4>
      <a:accent5>
        <a:srgbClr val="FFECA2"/>
      </a:accent5>
      <a:accent6>
        <a:srgbClr val="FFF3C7"/>
      </a:accent6>
      <a:hlink>
        <a:srgbClr val="CBEDF7"/>
      </a:hlink>
      <a:folHlink>
        <a:srgbClr val="E0F3FA"/>
      </a:folHlink>
    </a:clrScheme>
    <a:fontScheme name="Safiro">
      <a:majorFont>
        <a:latin typeface="Safiro-Medium"/>
        <a:ea typeface=""/>
        <a:cs typeface=""/>
      </a:majorFont>
      <a:minorFont>
        <a:latin typeface="Safiro-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3_Office Theme">
  <a:themeElements>
    <a:clrScheme name="PromptAI">
      <a:dk1>
        <a:srgbClr val="262424"/>
      </a:dk1>
      <a:lt1>
        <a:srgbClr val="FFFFFF"/>
      </a:lt1>
      <a:dk2>
        <a:srgbClr val="FF4C00"/>
      </a:dk2>
      <a:lt2>
        <a:srgbClr val="7D7C7C"/>
      </a:lt2>
      <a:accent1>
        <a:srgbClr val="FFDBD9"/>
      </a:accent1>
      <a:accent2>
        <a:srgbClr val="FFE9E8"/>
      </a:accent2>
      <a:accent3>
        <a:srgbClr val="BDF3D4"/>
      </a:accent3>
      <a:accent4>
        <a:srgbClr val="D6F7E5"/>
      </a:accent4>
      <a:accent5>
        <a:srgbClr val="FFECA2"/>
      </a:accent5>
      <a:accent6>
        <a:srgbClr val="FFF3C7"/>
      </a:accent6>
      <a:hlink>
        <a:srgbClr val="CBEDF7"/>
      </a:hlink>
      <a:folHlink>
        <a:srgbClr val="E0F3FA"/>
      </a:folHlink>
    </a:clrScheme>
    <a:fontScheme name="Safiro">
      <a:majorFont>
        <a:latin typeface="Safiro-Medium"/>
        <a:ea typeface=""/>
        <a:cs typeface=""/>
      </a:majorFont>
      <a:minorFont>
        <a:latin typeface="Safiro-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1_Office Theme">
  <a:themeElements>
    <a:clrScheme name="PromptAI 1">
      <a:dk1>
        <a:srgbClr val="262424"/>
      </a:dk1>
      <a:lt1>
        <a:srgbClr val="FFFFFF"/>
      </a:lt1>
      <a:dk2>
        <a:srgbClr val="FF3400"/>
      </a:dk2>
      <a:lt2>
        <a:srgbClr val="7D7C7C"/>
      </a:lt2>
      <a:accent1>
        <a:srgbClr val="FFDBD9"/>
      </a:accent1>
      <a:accent2>
        <a:srgbClr val="FFE9E8"/>
      </a:accent2>
      <a:accent3>
        <a:srgbClr val="BDF3D5"/>
      </a:accent3>
      <a:accent4>
        <a:srgbClr val="D6F7E5"/>
      </a:accent4>
      <a:accent5>
        <a:srgbClr val="FFECA2"/>
      </a:accent5>
      <a:accent6>
        <a:srgbClr val="FFF3C7"/>
      </a:accent6>
      <a:hlink>
        <a:srgbClr val="CBEDF7"/>
      </a:hlink>
      <a:folHlink>
        <a:srgbClr val="E0F3FA"/>
      </a:folHlink>
    </a:clrScheme>
    <a:fontScheme name="Safiro">
      <a:majorFont>
        <a:latin typeface="Safiro-Medium"/>
        <a:ea typeface=""/>
        <a:cs typeface=""/>
      </a:majorFont>
      <a:minorFont>
        <a:latin typeface="Safiro-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156</Words>
  <Application>Microsoft Office PowerPoint</Application>
  <PresentationFormat>Widescreen</PresentationFormat>
  <Paragraphs>40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Arial</vt:lpstr>
      <vt:lpstr>Safiro</vt:lpstr>
      <vt:lpstr>Safiro-Medium</vt:lpstr>
      <vt:lpstr>Safiro-Regular</vt:lpstr>
      <vt:lpstr>Office Theme</vt:lpstr>
      <vt:lpstr>2_Office Theme</vt:lpstr>
      <vt:lpstr>4_Office Theme</vt:lpstr>
      <vt:lpstr>3_Office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Katie Killip</dc:creator>
  <cp:lastModifiedBy>Taryn Nixon</cp:lastModifiedBy>
  <cp:revision>10</cp:revision>
  <dcterms:created xsi:type="dcterms:W3CDTF">2024-05-10T13:47:40Z</dcterms:created>
  <dcterms:modified xsi:type="dcterms:W3CDTF">2026-03-06T11:19:57Z</dcterms:modified>
</cp:coreProperties>
</file>